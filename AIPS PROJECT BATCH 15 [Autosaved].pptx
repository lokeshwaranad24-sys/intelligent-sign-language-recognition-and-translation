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  <p:sldMasterId id="2147483661" r:id="rId2"/>
    <p:sldMasterId id="2147483674" r:id="rId3"/>
  </p:sldMasterIdLst>
  <p:notesMasterIdLst>
    <p:notesMasterId r:id="rId16"/>
  </p:notesMasterIdLst>
  <p:sldIdLst>
    <p:sldId id="256" r:id="rId4"/>
    <p:sldId id="257" r:id="rId5"/>
    <p:sldId id="258" r:id="rId6"/>
    <p:sldId id="259" r:id="rId7"/>
    <p:sldId id="260" r:id="rId8"/>
    <p:sldId id="266" r:id="rId9"/>
    <p:sldId id="267" r:id="rId10"/>
    <p:sldId id="261" r:id="rId11"/>
    <p:sldId id="262" r:id="rId12"/>
    <p:sldId id="263" r:id="rId13"/>
    <p:sldId id="264" r:id="rId14"/>
    <p:sldId id="265" r:id="rId15"/>
  </p:sldIdLst>
  <p:sldSz cx="12192000" cy="6858000"/>
  <p:notesSz cx="7772400" cy="100584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39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2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15" y="72"/>
      </p:cViewPr>
      <p:guideLst>
        <p:guide orient="horz" pos="2160"/>
        <p:guide pos="383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10" Type="http://schemas.openxmlformats.org/officeDocument/2006/relationships/slide" Target="slides/slide7.xml"/><Relationship Id="rId19" Type="http://schemas.openxmlformats.org/officeDocument/2006/relationships/theme" Target="theme/theme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533400" y="763588"/>
            <a:ext cx="6702425" cy="37703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777875" y="4776788"/>
            <a:ext cx="6216650" cy="4524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3371850" cy="501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" name="Google Shape;6;n"/>
          <p:cNvSpPr txBox="1">
            <a:spLocks noGrp="1"/>
          </p:cNvSpPr>
          <p:nvPr>
            <p:ph type="dt" idx="10"/>
          </p:nvPr>
        </p:nvSpPr>
        <p:spPr>
          <a:xfrm>
            <a:off x="4398963" y="0"/>
            <a:ext cx="3371850" cy="501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9555163"/>
            <a:ext cx="3371850" cy="501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R="0" lvl="0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4398963" y="9555163"/>
            <a:ext cx="3371850" cy="501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:notes"/>
          <p:cNvSpPr txBox="1">
            <a:spLocks noGrp="1"/>
          </p:cNvSpPr>
          <p:nvPr>
            <p:ph type="sldNum" idx="12"/>
          </p:nvPr>
        </p:nvSpPr>
        <p:spPr>
          <a:xfrm>
            <a:off x="4398963" y="9555163"/>
            <a:ext cx="3371850" cy="501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fld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1" name="Google Shape;21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533400" y="763588"/>
            <a:ext cx="6704013" cy="37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212" name="Google Shape;212;p1:notes"/>
          <p:cNvSpPr txBox="1">
            <a:spLocks noGrp="1"/>
          </p:cNvSpPr>
          <p:nvPr>
            <p:ph type="body" idx="1"/>
          </p:nvPr>
        </p:nvSpPr>
        <p:spPr>
          <a:xfrm>
            <a:off x="777875" y="4776788"/>
            <a:ext cx="6218238" cy="452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:notes"/>
          <p:cNvSpPr txBox="1">
            <a:spLocks noGrp="1"/>
          </p:cNvSpPr>
          <p:nvPr>
            <p:ph type="sldNum" idx="12"/>
          </p:nvPr>
        </p:nvSpPr>
        <p:spPr>
          <a:xfrm>
            <a:off x="4398963" y="9555163"/>
            <a:ext cx="3371850" cy="501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fld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1" name="Google Shape;22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533400" y="763588"/>
            <a:ext cx="6704013" cy="37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222" name="Google Shape;222;p2:notes"/>
          <p:cNvSpPr txBox="1">
            <a:spLocks noGrp="1"/>
          </p:cNvSpPr>
          <p:nvPr>
            <p:ph type="body" idx="1"/>
          </p:nvPr>
        </p:nvSpPr>
        <p:spPr>
          <a:xfrm>
            <a:off x="777875" y="4776788"/>
            <a:ext cx="6218238" cy="452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3:notes"/>
          <p:cNvSpPr txBox="1">
            <a:spLocks noGrp="1"/>
          </p:cNvSpPr>
          <p:nvPr>
            <p:ph type="body" idx="1"/>
          </p:nvPr>
        </p:nvSpPr>
        <p:spPr>
          <a:xfrm>
            <a:off x="777875" y="4776788"/>
            <a:ext cx="6216650" cy="4524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30" name="Google Shape;23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533400" y="763588"/>
            <a:ext cx="6702425" cy="37703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4:notes"/>
          <p:cNvSpPr txBox="1">
            <a:spLocks noGrp="1"/>
          </p:cNvSpPr>
          <p:nvPr>
            <p:ph type="sldNum" idx="12"/>
          </p:nvPr>
        </p:nvSpPr>
        <p:spPr>
          <a:xfrm>
            <a:off x="4398963" y="9555163"/>
            <a:ext cx="3371850" cy="501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fld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9" name="Google Shape;23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533400" y="763588"/>
            <a:ext cx="6705600" cy="37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240" name="Google Shape;240;p4:notes"/>
          <p:cNvSpPr txBox="1">
            <a:spLocks noGrp="1"/>
          </p:cNvSpPr>
          <p:nvPr>
            <p:ph type="body" idx="1"/>
          </p:nvPr>
        </p:nvSpPr>
        <p:spPr>
          <a:xfrm>
            <a:off x="777875" y="4776788"/>
            <a:ext cx="6218238" cy="452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5:notes"/>
          <p:cNvSpPr txBox="1">
            <a:spLocks noGrp="1"/>
          </p:cNvSpPr>
          <p:nvPr>
            <p:ph type="sldNum" idx="12"/>
          </p:nvPr>
        </p:nvSpPr>
        <p:spPr>
          <a:xfrm>
            <a:off x="4398963" y="9555163"/>
            <a:ext cx="3371850" cy="501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fld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8" name="Google Shape;24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533400" y="763588"/>
            <a:ext cx="6705600" cy="37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249" name="Google Shape;249;p5:notes"/>
          <p:cNvSpPr txBox="1">
            <a:spLocks noGrp="1"/>
          </p:cNvSpPr>
          <p:nvPr>
            <p:ph type="body" idx="1"/>
          </p:nvPr>
        </p:nvSpPr>
        <p:spPr>
          <a:xfrm>
            <a:off x="777875" y="4776788"/>
            <a:ext cx="6218238" cy="452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6">
          <a:extLst>
            <a:ext uri="{FF2B5EF4-FFF2-40B4-BE49-F238E27FC236}">
              <a16:creationId xmlns:a16="http://schemas.microsoft.com/office/drawing/2014/main" id="{535F134D-51B6-5C52-D12D-C91B2E13CA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5:notes">
            <a:extLst>
              <a:ext uri="{FF2B5EF4-FFF2-40B4-BE49-F238E27FC236}">
                <a16:creationId xmlns:a16="http://schemas.microsoft.com/office/drawing/2014/main" id="{C836D335-7F80-C621-18D1-BC6963EF2E8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4398963" y="9555163"/>
            <a:ext cx="3371850" cy="501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</a:t>
            </a:fld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8" name="Google Shape;248;p5:notes">
            <a:extLst>
              <a:ext uri="{FF2B5EF4-FFF2-40B4-BE49-F238E27FC236}">
                <a16:creationId xmlns:a16="http://schemas.microsoft.com/office/drawing/2014/main" id="{5180C11C-3896-7CE4-9A4A-95B828434B8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533400" y="763588"/>
            <a:ext cx="6705600" cy="37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249" name="Google Shape;249;p5:notes">
            <a:extLst>
              <a:ext uri="{FF2B5EF4-FFF2-40B4-BE49-F238E27FC236}">
                <a16:creationId xmlns:a16="http://schemas.microsoft.com/office/drawing/2014/main" id="{09D656B1-4AF5-1D42-6CA7-F0B00D1FEE8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77875" y="4776788"/>
            <a:ext cx="6218238" cy="452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9810354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6">
          <a:extLst>
            <a:ext uri="{FF2B5EF4-FFF2-40B4-BE49-F238E27FC236}">
              <a16:creationId xmlns:a16="http://schemas.microsoft.com/office/drawing/2014/main" id="{571D29B2-275A-1E9D-01E8-82429446AD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5:notes">
            <a:extLst>
              <a:ext uri="{FF2B5EF4-FFF2-40B4-BE49-F238E27FC236}">
                <a16:creationId xmlns:a16="http://schemas.microsoft.com/office/drawing/2014/main" id="{78877367-290C-1394-AB50-2844F4A42B9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4398963" y="9555163"/>
            <a:ext cx="3371850" cy="501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</a:t>
            </a:fld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8" name="Google Shape;248;p5:notes">
            <a:extLst>
              <a:ext uri="{FF2B5EF4-FFF2-40B4-BE49-F238E27FC236}">
                <a16:creationId xmlns:a16="http://schemas.microsoft.com/office/drawing/2014/main" id="{B561E1AB-803C-1B33-909E-078A948D3CB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533400" y="763588"/>
            <a:ext cx="6705600" cy="37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249" name="Google Shape;249;p5:notes">
            <a:extLst>
              <a:ext uri="{FF2B5EF4-FFF2-40B4-BE49-F238E27FC236}">
                <a16:creationId xmlns:a16="http://schemas.microsoft.com/office/drawing/2014/main" id="{2E9F01A0-5445-6091-ABB9-3CC946E151A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77875" y="4776788"/>
            <a:ext cx="6218238" cy="452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6302528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6:notes"/>
          <p:cNvSpPr txBox="1">
            <a:spLocks noGrp="1"/>
          </p:cNvSpPr>
          <p:nvPr>
            <p:ph type="sldNum" idx="12"/>
          </p:nvPr>
        </p:nvSpPr>
        <p:spPr>
          <a:xfrm>
            <a:off x="4398963" y="9555163"/>
            <a:ext cx="3371850" cy="501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</a:t>
            </a:fld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7" name="Google Shape;257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533400" y="763588"/>
            <a:ext cx="6705600" cy="37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258" name="Google Shape;258;p6:notes"/>
          <p:cNvSpPr txBox="1">
            <a:spLocks noGrp="1"/>
          </p:cNvSpPr>
          <p:nvPr>
            <p:ph type="body" idx="1"/>
          </p:nvPr>
        </p:nvSpPr>
        <p:spPr>
          <a:xfrm>
            <a:off x="777875" y="4776788"/>
            <a:ext cx="6218238" cy="452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7:notes"/>
          <p:cNvSpPr txBox="1">
            <a:spLocks noGrp="1"/>
          </p:cNvSpPr>
          <p:nvPr>
            <p:ph type="sldNum" idx="12"/>
          </p:nvPr>
        </p:nvSpPr>
        <p:spPr>
          <a:xfrm>
            <a:off x="4398963" y="9555163"/>
            <a:ext cx="3371850" cy="501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9</a:t>
            </a:fld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6" name="Google Shape;266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533400" y="763588"/>
            <a:ext cx="6705600" cy="37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267" name="Google Shape;267;p7:notes"/>
          <p:cNvSpPr txBox="1">
            <a:spLocks noGrp="1"/>
          </p:cNvSpPr>
          <p:nvPr>
            <p:ph type="body" idx="1"/>
          </p:nvPr>
        </p:nvSpPr>
        <p:spPr>
          <a:xfrm>
            <a:off x="777875" y="4776788"/>
            <a:ext cx="6218238" cy="452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8:notes"/>
          <p:cNvSpPr txBox="1"/>
          <p:nvPr/>
        </p:nvSpPr>
        <p:spPr>
          <a:xfrm>
            <a:off x="4398962" y="9555162"/>
            <a:ext cx="3371850" cy="501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</a:t>
            </a:fld>
            <a:endParaRPr sz="1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5" name="Google Shape;275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533400" y="763588"/>
            <a:ext cx="6705600" cy="37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"/>
            <a:headEnd type="none" w="sm" len="sm"/>
            <a:tailEnd type="none" w="sm" len="sm"/>
          </a:ln>
        </p:spPr>
      </p:sp>
      <p:sp>
        <p:nvSpPr>
          <p:cNvPr id="276" name="Google Shape;276;p8:notes"/>
          <p:cNvSpPr txBox="1">
            <a:spLocks noGrp="1"/>
          </p:cNvSpPr>
          <p:nvPr>
            <p:ph type="body" idx="1"/>
          </p:nvPr>
        </p:nvSpPr>
        <p:spPr>
          <a:xfrm>
            <a:off x="777875" y="4776787"/>
            <a:ext cx="6218237" cy="452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9:notes"/>
          <p:cNvSpPr txBox="1">
            <a:spLocks noGrp="1"/>
          </p:cNvSpPr>
          <p:nvPr>
            <p:ph type="body" idx="1"/>
          </p:nvPr>
        </p:nvSpPr>
        <p:spPr>
          <a:xfrm>
            <a:off x="777875" y="4776788"/>
            <a:ext cx="6216650" cy="4524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84" name="Google Shape;284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533400" y="763588"/>
            <a:ext cx="6702425" cy="37703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14:notes"/>
          <p:cNvSpPr txBox="1">
            <a:spLocks noGrp="1"/>
          </p:cNvSpPr>
          <p:nvPr>
            <p:ph type="sldNum" idx="12"/>
          </p:nvPr>
        </p:nvSpPr>
        <p:spPr>
          <a:xfrm>
            <a:off x="4398963" y="9555163"/>
            <a:ext cx="3371850" cy="501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12</a:t>
            </a:fld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3" name="Google Shape;293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533400" y="763588"/>
            <a:ext cx="6705600" cy="37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294" name="Google Shape;294;p14:notes"/>
          <p:cNvSpPr txBox="1">
            <a:spLocks noGrp="1"/>
          </p:cNvSpPr>
          <p:nvPr>
            <p:ph type="body" idx="1"/>
          </p:nvPr>
        </p:nvSpPr>
        <p:spPr>
          <a:xfrm>
            <a:off x="777875" y="4776788"/>
            <a:ext cx="6218238" cy="452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">
  <p:cSld name="Custom Layout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6"/>
          <p:cNvSpPr txBox="1">
            <a:spLocks noGrp="1"/>
          </p:cNvSpPr>
          <p:nvPr>
            <p:ph type="title"/>
          </p:nvPr>
        </p:nvSpPr>
        <p:spPr>
          <a:xfrm>
            <a:off x="914401" y="2130425"/>
            <a:ext cx="10361084" cy="1468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6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16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22"/>
          <p:cNvSpPr txBox="1"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22"/>
          <p:cNvSpPr txBox="1"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075" rIns="0" bIns="0" anchor="t" anchorCtr="0">
            <a:noAutofit/>
          </a:bodyPr>
          <a:lstStyle>
            <a:lvl1pPr lvl="0" algn="ctr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3200"/>
              <a:buNone/>
              <a:defRPr/>
            </a:lvl1pPr>
            <a:lvl2pPr lvl="1" algn="ctr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2400"/>
              <a:buNone/>
              <a:defRPr/>
            </a:lvl2pPr>
            <a:lvl3pPr lvl="2" algn="ctr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2000"/>
              <a:buNone/>
              <a:defRPr/>
            </a:lvl3pPr>
            <a:lvl4pPr lvl="3" algn="ctr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2000"/>
              <a:buNone/>
              <a:defRPr/>
            </a:lvl4pPr>
            <a:lvl5pPr lvl="4" algn="ctr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2000"/>
              <a:buNone/>
              <a:defRPr/>
            </a:lvl5pPr>
            <a:lvl6pPr lvl="5" algn="ctr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2000"/>
              <a:buNone/>
              <a:defRPr/>
            </a:lvl6pPr>
            <a:lvl7pPr lvl="6" algn="ctr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2000"/>
              <a:buNone/>
              <a:defRPr/>
            </a:lvl7pPr>
            <a:lvl8pPr lvl="7" algn="ctr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2000"/>
              <a:buNone/>
              <a:defRPr/>
            </a:lvl8pPr>
            <a:lvl9pPr lvl="8" algn="ctr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22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22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3"/>
          <p:cNvSpPr txBox="1">
            <a:spLocks noGrp="1"/>
          </p:cNvSpPr>
          <p:nvPr>
            <p:ph type="title"/>
          </p:nvPr>
        </p:nvSpPr>
        <p:spPr>
          <a:xfrm>
            <a:off x="914400" y="2130425"/>
            <a:ext cx="10361613" cy="1468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23"/>
          <p:cNvSpPr txBox="1">
            <a:spLocks noGrp="1"/>
          </p:cNvSpPr>
          <p:nvPr>
            <p:ph type="body" idx="1"/>
          </p:nvPr>
        </p:nvSpPr>
        <p:spPr>
          <a:xfrm>
            <a:off x="609600" y="1604963"/>
            <a:ext cx="10971213" cy="397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075" rIns="0" bIns="0" anchor="t" anchorCtr="0">
            <a:noAutofit/>
          </a:bodyPr>
          <a:lstStyle>
            <a:lvl1pPr marL="457200" lvl="0" indent="-3429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1800"/>
              <a:buChar char="–"/>
              <a:defRPr/>
            </a:lvl2pPr>
            <a:lvl3pPr marL="1371600" lvl="2" indent="-3429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800"/>
              <a:buChar char="–"/>
              <a:defRPr/>
            </a:lvl4pPr>
            <a:lvl5pPr marL="2286000" lvl="4" indent="-3429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800"/>
              <a:buChar char="»"/>
              <a:defRPr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23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23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4"/>
          <p:cNvSpPr txBox="1"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cap="none"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4"/>
          <p:cNvSpPr txBox="1"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075" rIns="0" bIns="0" anchor="b" anchorCtr="0">
            <a:noAutofit/>
          </a:bodyPr>
          <a:lstStyle>
            <a:lvl1pPr marL="457200" lvl="0" indent="-2286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2000"/>
              <a:buNone/>
              <a:defRPr sz="2000"/>
            </a:lvl1pPr>
            <a:lvl2pPr marL="914400" lvl="1" indent="-2286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1800"/>
              <a:buNone/>
              <a:defRPr sz="1800"/>
            </a:lvl2pPr>
            <a:lvl3pPr marL="1371600" lvl="2" indent="-2286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600"/>
              <a:buNone/>
              <a:defRPr sz="1600"/>
            </a:lvl3pPr>
            <a:lvl4pPr marL="1828800" lvl="3" indent="-2286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400"/>
              <a:buNone/>
              <a:defRPr sz="1400"/>
            </a:lvl4pPr>
            <a:lvl5pPr marL="2286000" lvl="4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400"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400"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400"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400"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>
            <a:endParaRPr/>
          </a:p>
        </p:txBody>
      </p:sp>
      <p:sp>
        <p:nvSpPr>
          <p:cNvPr id="32" name="Google Shape;32;p24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24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5"/>
          <p:cNvSpPr txBox="1">
            <a:spLocks noGrp="1"/>
          </p:cNvSpPr>
          <p:nvPr>
            <p:ph type="title"/>
          </p:nvPr>
        </p:nvSpPr>
        <p:spPr>
          <a:xfrm>
            <a:off x="914400" y="2130425"/>
            <a:ext cx="10361613" cy="1468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25"/>
          <p:cNvSpPr txBox="1">
            <a:spLocks noGrp="1"/>
          </p:cNvSpPr>
          <p:nvPr>
            <p:ph type="body" idx="1"/>
          </p:nvPr>
        </p:nvSpPr>
        <p:spPr>
          <a:xfrm>
            <a:off x="609601" y="1604963"/>
            <a:ext cx="5382684" cy="397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075" rIns="0" bIns="0" anchor="t" anchorCtr="0">
            <a:noAutofit/>
          </a:bodyPr>
          <a:lstStyle>
            <a:lvl1pPr marL="457200" lvl="0" indent="-4064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2800"/>
              <a:buChar char="•"/>
              <a:defRPr sz="2800"/>
            </a:lvl1pPr>
            <a:lvl2pPr marL="914400" lvl="1" indent="-3810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2400"/>
              <a:buChar char="–"/>
              <a:defRPr sz="2400"/>
            </a:lvl2pPr>
            <a:lvl3pPr marL="1371600" lvl="2" indent="-3556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2000"/>
              <a:buChar char="•"/>
              <a:defRPr sz="2000"/>
            </a:lvl3pPr>
            <a:lvl4pPr marL="1828800" lvl="3" indent="-3429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800"/>
              <a:buChar char="–"/>
              <a:defRPr sz="1800"/>
            </a:lvl4pPr>
            <a:lvl5pPr marL="2286000" lvl="4" indent="-3429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800"/>
              <a:buChar char="»"/>
              <a:defRPr sz="1800"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800"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800"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800"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37" name="Google Shape;37;p25"/>
          <p:cNvSpPr txBox="1">
            <a:spLocks noGrp="1"/>
          </p:cNvSpPr>
          <p:nvPr>
            <p:ph type="body" idx="2"/>
          </p:nvPr>
        </p:nvSpPr>
        <p:spPr>
          <a:xfrm>
            <a:off x="6195484" y="1604963"/>
            <a:ext cx="5384800" cy="397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075" rIns="0" bIns="0" anchor="t" anchorCtr="0">
            <a:noAutofit/>
          </a:bodyPr>
          <a:lstStyle>
            <a:lvl1pPr marL="457200" lvl="0" indent="-4064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2800"/>
              <a:buChar char="•"/>
              <a:defRPr sz="2800"/>
            </a:lvl1pPr>
            <a:lvl2pPr marL="914400" lvl="1" indent="-3810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2400"/>
              <a:buChar char="–"/>
              <a:defRPr sz="2400"/>
            </a:lvl2pPr>
            <a:lvl3pPr marL="1371600" lvl="2" indent="-3556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2000"/>
              <a:buChar char="•"/>
              <a:defRPr sz="2000"/>
            </a:lvl3pPr>
            <a:lvl4pPr marL="1828800" lvl="3" indent="-3429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800"/>
              <a:buChar char="–"/>
              <a:defRPr sz="1800"/>
            </a:lvl4pPr>
            <a:lvl5pPr marL="2286000" lvl="4" indent="-3429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800"/>
              <a:buChar char="»"/>
              <a:defRPr sz="1800"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800"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800"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800"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38" name="Google Shape;38;p25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25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6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26"/>
          <p:cNvSpPr txBox="1"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075" rIns="0" bIns="0" anchor="b" anchorCtr="0">
            <a:noAutofit/>
          </a:bodyPr>
          <a:lstStyle>
            <a:lvl1pPr marL="457200" lvl="0" indent="-2286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2400"/>
              <a:buNone/>
              <a:defRPr sz="2400" b="1"/>
            </a:lvl1pPr>
            <a:lvl2pPr marL="914400" lvl="1" indent="-2286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26"/>
          <p:cNvSpPr txBox="1">
            <a:spLocks noGrp="1"/>
          </p:cNvSpPr>
          <p:nvPr>
            <p:ph type="body" idx="2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075" rIns="0" bIns="0" anchor="t" anchorCtr="0">
            <a:noAutofit/>
          </a:bodyPr>
          <a:lstStyle>
            <a:lvl1pPr marL="457200" lvl="0" indent="-3810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2400"/>
              <a:buChar char="•"/>
              <a:defRPr sz="2400"/>
            </a:lvl1pPr>
            <a:lvl2pPr marL="914400" lvl="1" indent="-3556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2000"/>
              <a:buChar char="–"/>
              <a:defRPr sz="2000"/>
            </a:lvl2pPr>
            <a:lvl3pPr marL="1371600" lvl="2" indent="-3429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800"/>
              <a:buChar char="•"/>
              <a:defRPr sz="1800"/>
            </a:lvl3pPr>
            <a:lvl4pPr marL="1828800" lvl="3" indent="-3302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600"/>
              <a:buChar char="–"/>
              <a:defRPr sz="1600"/>
            </a:lvl4pPr>
            <a:lvl5pPr marL="2286000" lvl="4" indent="-3302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Char char="»"/>
              <a:defRPr sz="1600"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600"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600"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600"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600"/>
            </a:lvl9pPr>
          </a:lstStyle>
          <a:p>
            <a:endParaRPr/>
          </a:p>
        </p:txBody>
      </p:sp>
      <p:sp>
        <p:nvSpPr>
          <p:cNvPr id="44" name="Google Shape;44;p26"/>
          <p:cNvSpPr txBox="1">
            <a:spLocks noGrp="1"/>
          </p:cNvSpPr>
          <p:nvPr>
            <p:ph type="body" idx="3"/>
          </p:nvPr>
        </p:nvSpPr>
        <p:spPr>
          <a:xfrm>
            <a:off x="6193368" y="1535113"/>
            <a:ext cx="5389033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075" rIns="0" bIns="0" anchor="b" anchorCtr="0">
            <a:noAutofit/>
          </a:bodyPr>
          <a:lstStyle>
            <a:lvl1pPr marL="457200" lvl="0" indent="-2286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2400"/>
              <a:buNone/>
              <a:defRPr sz="2400" b="1"/>
            </a:lvl1pPr>
            <a:lvl2pPr marL="914400" lvl="1" indent="-2286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26"/>
          <p:cNvSpPr txBox="1">
            <a:spLocks noGrp="1"/>
          </p:cNvSpPr>
          <p:nvPr>
            <p:ph type="body" idx="4"/>
          </p:nvPr>
        </p:nvSpPr>
        <p:spPr>
          <a:xfrm>
            <a:off x="6193368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075" rIns="0" bIns="0" anchor="t" anchorCtr="0">
            <a:noAutofit/>
          </a:bodyPr>
          <a:lstStyle>
            <a:lvl1pPr marL="457200" lvl="0" indent="-3810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2400"/>
              <a:buChar char="•"/>
              <a:defRPr sz="2400"/>
            </a:lvl1pPr>
            <a:lvl2pPr marL="914400" lvl="1" indent="-3556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2000"/>
              <a:buChar char="–"/>
              <a:defRPr sz="2000"/>
            </a:lvl2pPr>
            <a:lvl3pPr marL="1371600" lvl="2" indent="-3429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800"/>
              <a:buChar char="•"/>
              <a:defRPr sz="1800"/>
            </a:lvl3pPr>
            <a:lvl4pPr marL="1828800" lvl="3" indent="-3302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600"/>
              <a:buChar char="–"/>
              <a:defRPr sz="1600"/>
            </a:lvl4pPr>
            <a:lvl5pPr marL="2286000" lvl="4" indent="-3302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Char char="»"/>
              <a:defRPr sz="1600"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600"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600"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600"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600"/>
            </a:lvl9pPr>
          </a:lstStyle>
          <a:p>
            <a:endParaRPr/>
          </a:p>
        </p:txBody>
      </p:sp>
      <p:sp>
        <p:nvSpPr>
          <p:cNvPr id="46" name="Google Shape;46;p26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6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7"/>
          <p:cNvSpPr txBox="1">
            <a:spLocks noGrp="1"/>
          </p:cNvSpPr>
          <p:nvPr>
            <p:ph type="title"/>
          </p:nvPr>
        </p:nvSpPr>
        <p:spPr>
          <a:xfrm>
            <a:off x="914400" y="2130425"/>
            <a:ext cx="10361613" cy="1468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27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27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28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28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9"/>
          <p:cNvSpPr txBox="1"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29"/>
          <p:cNvSpPr txBox="1">
            <a:spLocks noGrp="1"/>
          </p:cNvSpPr>
          <p:nvPr>
            <p:ph type="body" idx="1"/>
          </p:nvPr>
        </p:nvSpPr>
        <p:spPr>
          <a:xfrm>
            <a:off x="4766733" y="273051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075" rIns="0" bIns="0" anchor="t" anchorCtr="0">
            <a:noAutofit/>
          </a:bodyPr>
          <a:lstStyle>
            <a:lvl1pPr marL="457200" lvl="0" indent="-4318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3200"/>
              <a:buChar char="•"/>
              <a:defRPr sz="3200"/>
            </a:lvl1pPr>
            <a:lvl2pPr marL="914400" lvl="1" indent="-4064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2800"/>
              <a:buChar char="–"/>
              <a:defRPr sz="2800"/>
            </a:lvl2pPr>
            <a:lvl3pPr marL="1371600" lvl="2" indent="-3810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2400"/>
              <a:buChar char="•"/>
              <a:defRPr sz="2400"/>
            </a:lvl3pPr>
            <a:lvl4pPr marL="1828800" lvl="3" indent="-3556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2000"/>
              <a:buChar char="–"/>
              <a:defRPr sz="2000"/>
            </a:lvl4pPr>
            <a:lvl5pPr marL="2286000" lvl="4" indent="-355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2000"/>
              <a:buChar char="»"/>
              <a:defRPr sz="2000"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2000"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2000"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2000"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2000"/>
            </a:lvl9pPr>
          </a:lstStyle>
          <a:p>
            <a:endParaRPr/>
          </a:p>
        </p:txBody>
      </p:sp>
      <p:sp>
        <p:nvSpPr>
          <p:cNvPr id="58" name="Google Shape;58;p29"/>
          <p:cNvSpPr txBox="1">
            <a:spLocks noGrp="1"/>
          </p:cNvSpPr>
          <p:nvPr>
            <p:ph type="body" idx="2"/>
          </p:nvPr>
        </p:nvSpPr>
        <p:spPr>
          <a:xfrm>
            <a:off x="609601" y="1435101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075" rIns="0" bIns="0" anchor="t" anchorCtr="0">
            <a:noAutofit/>
          </a:bodyPr>
          <a:lstStyle>
            <a:lvl1pPr marL="457200" lvl="0" indent="-2286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1400"/>
              <a:buNone/>
              <a:defRPr sz="1400"/>
            </a:lvl1pPr>
            <a:lvl2pPr marL="914400" lvl="1" indent="-2286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9" name="Google Shape;59;p29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9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0"/>
          <p:cNvSpPr txBox="1"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30"/>
          <p:cNvSpPr>
            <a:spLocks noGrp="1"/>
          </p:cNvSpPr>
          <p:nvPr>
            <p:ph type="pic" idx="2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30"/>
          <p:cNvSpPr txBox="1">
            <a:spLocks noGrp="1"/>
          </p:cNvSpPr>
          <p:nvPr>
            <p:ph type="body" idx="1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075" rIns="0" bIns="0" anchor="t" anchorCtr="0">
            <a:noAutofit/>
          </a:bodyPr>
          <a:lstStyle>
            <a:lvl1pPr marL="457200" lvl="0" indent="-2286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1400"/>
              <a:buNone/>
              <a:defRPr sz="1400"/>
            </a:lvl1pPr>
            <a:lvl2pPr marL="914400" lvl="1" indent="-2286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30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30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31"/>
          <p:cNvSpPr txBox="1">
            <a:spLocks noGrp="1"/>
          </p:cNvSpPr>
          <p:nvPr>
            <p:ph type="title"/>
          </p:nvPr>
        </p:nvSpPr>
        <p:spPr>
          <a:xfrm>
            <a:off x="914400" y="2130425"/>
            <a:ext cx="10361613" cy="1468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31"/>
          <p:cNvSpPr txBox="1">
            <a:spLocks noGrp="1"/>
          </p:cNvSpPr>
          <p:nvPr>
            <p:ph type="body" idx="1"/>
          </p:nvPr>
        </p:nvSpPr>
        <p:spPr>
          <a:xfrm rot="5400000">
            <a:off x="4107657" y="-1893094"/>
            <a:ext cx="3975100" cy="109712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075" rIns="0" bIns="0" anchor="t" anchorCtr="0">
            <a:noAutofit/>
          </a:bodyPr>
          <a:lstStyle>
            <a:lvl1pPr marL="457200" lvl="0" indent="-3429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1800"/>
              <a:buChar char="–"/>
              <a:defRPr/>
            </a:lvl2pPr>
            <a:lvl3pPr marL="1371600" lvl="2" indent="-3429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800"/>
              <a:buChar char="–"/>
              <a:defRPr/>
            </a:lvl4pPr>
            <a:lvl5pPr marL="2286000" lvl="4" indent="-3429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800"/>
              <a:buChar char="»"/>
              <a:defRPr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31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31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2"/>
          <p:cNvSpPr txBox="1">
            <a:spLocks noGrp="1"/>
          </p:cNvSpPr>
          <p:nvPr>
            <p:ph type="title"/>
          </p:nvPr>
        </p:nvSpPr>
        <p:spPr>
          <a:xfrm rot="5400000">
            <a:off x="8222193" y="2221971"/>
            <a:ext cx="3975100" cy="27410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32"/>
          <p:cNvSpPr txBox="1">
            <a:spLocks noGrp="1"/>
          </p:cNvSpPr>
          <p:nvPr>
            <p:ph type="body" idx="1"/>
          </p:nvPr>
        </p:nvSpPr>
        <p:spPr>
          <a:xfrm rot="5400000">
            <a:off x="2635250" y="-420687"/>
            <a:ext cx="3975100" cy="80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075" rIns="0" bIns="0" anchor="t" anchorCtr="0">
            <a:noAutofit/>
          </a:bodyPr>
          <a:lstStyle>
            <a:lvl1pPr marL="457200" lvl="0" indent="-3429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1800"/>
              <a:buChar char="–"/>
              <a:defRPr/>
            </a:lvl2pPr>
            <a:lvl3pPr marL="1371600" lvl="2" indent="-3429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800"/>
              <a:buChar char="–"/>
              <a:defRPr/>
            </a:lvl4pPr>
            <a:lvl5pPr marL="2286000" lvl="4" indent="-3429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800"/>
              <a:buChar char="»"/>
              <a:defRPr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32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32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1213" cy="1141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8"/>
          <p:cNvSpPr txBox="1">
            <a:spLocks noGrp="1"/>
          </p:cNvSpPr>
          <p:nvPr>
            <p:ph type="body" idx="1"/>
          </p:nvPr>
        </p:nvSpPr>
        <p:spPr>
          <a:xfrm>
            <a:off x="609600" y="1600200"/>
            <a:ext cx="10971213" cy="4524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1800"/>
              <a:buChar char="–"/>
              <a:defRPr/>
            </a:lvl2pPr>
            <a:lvl3pPr marL="1371600" lvl="2" indent="-3429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800"/>
              <a:buChar char="–"/>
              <a:defRPr/>
            </a:lvl4pPr>
            <a:lvl5pPr marL="2286000" lvl="4" indent="-3429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800"/>
              <a:buChar char="»"/>
              <a:defRPr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8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18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33"/>
          <p:cNvSpPr txBox="1"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33"/>
          <p:cNvSpPr txBox="1"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3200"/>
              <a:buNone/>
              <a:defRPr/>
            </a:lvl1pPr>
            <a:lvl2pPr lvl="1" algn="ctr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2400"/>
              <a:buNone/>
              <a:defRPr/>
            </a:lvl2pPr>
            <a:lvl3pPr lvl="2" algn="ctr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2000"/>
              <a:buNone/>
              <a:defRPr/>
            </a:lvl3pPr>
            <a:lvl4pPr lvl="3" algn="ctr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2000"/>
              <a:buNone/>
              <a:defRPr/>
            </a:lvl4pPr>
            <a:lvl5pPr lvl="4" algn="ctr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2000"/>
              <a:buNone/>
              <a:defRPr/>
            </a:lvl5pPr>
            <a:lvl6pPr lvl="5" algn="ctr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2000"/>
              <a:buNone/>
              <a:defRPr/>
            </a:lvl6pPr>
            <a:lvl7pPr lvl="6" algn="ctr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2000"/>
              <a:buNone/>
              <a:defRPr/>
            </a:lvl7pPr>
            <a:lvl8pPr lvl="7" algn="ctr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2000"/>
              <a:buNone/>
              <a:defRPr/>
            </a:lvl8pPr>
            <a:lvl9pPr lvl="8" algn="ctr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33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33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34"/>
          <p:cNvSpPr txBox="1"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cap="none"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34"/>
          <p:cNvSpPr txBox="1"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2000"/>
              <a:buNone/>
              <a:defRPr sz="2000"/>
            </a:lvl1pPr>
            <a:lvl2pPr marL="914400" lvl="1" indent="-2286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1800"/>
              <a:buNone/>
              <a:defRPr sz="1800"/>
            </a:lvl2pPr>
            <a:lvl3pPr marL="1371600" lvl="2" indent="-2286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600"/>
              <a:buNone/>
              <a:defRPr sz="1600"/>
            </a:lvl3pPr>
            <a:lvl4pPr marL="1828800" lvl="3" indent="-2286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400"/>
              <a:buNone/>
              <a:defRPr sz="1400"/>
            </a:lvl4pPr>
            <a:lvl5pPr marL="2286000" lvl="4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400"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400"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400"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400"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>
            <a:endParaRPr/>
          </a:p>
        </p:txBody>
      </p:sp>
      <p:sp>
        <p:nvSpPr>
          <p:cNvPr id="96" name="Google Shape;96;p34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34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5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1213" cy="1141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p35"/>
          <p:cNvSpPr txBox="1">
            <a:spLocks noGrp="1"/>
          </p:cNvSpPr>
          <p:nvPr>
            <p:ph type="body" idx="1"/>
          </p:nvPr>
        </p:nvSpPr>
        <p:spPr>
          <a:xfrm>
            <a:off x="609601" y="1600201"/>
            <a:ext cx="5382684" cy="4524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2800"/>
              <a:buChar char="•"/>
              <a:defRPr sz="2800"/>
            </a:lvl1pPr>
            <a:lvl2pPr marL="914400" lvl="1" indent="-3810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2400"/>
              <a:buChar char="–"/>
              <a:defRPr sz="2400"/>
            </a:lvl2pPr>
            <a:lvl3pPr marL="1371600" lvl="2" indent="-3556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2000"/>
              <a:buChar char="•"/>
              <a:defRPr sz="2000"/>
            </a:lvl3pPr>
            <a:lvl4pPr marL="1828800" lvl="3" indent="-3429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800"/>
              <a:buChar char="–"/>
              <a:defRPr sz="1800"/>
            </a:lvl4pPr>
            <a:lvl5pPr marL="2286000" lvl="4" indent="-3429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800"/>
              <a:buChar char="»"/>
              <a:defRPr sz="1800"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800"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800"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800"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01" name="Google Shape;101;p35"/>
          <p:cNvSpPr txBox="1">
            <a:spLocks noGrp="1"/>
          </p:cNvSpPr>
          <p:nvPr>
            <p:ph type="body" idx="2"/>
          </p:nvPr>
        </p:nvSpPr>
        <p:spPr>
          <a:xfrm>
            <a:off x="6195484" y="1600201"/>
            <a:ext cx="5384800" cy="4524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2800"/>
              <a:buChar char="•"/>
              <a:defRPr sz="2800"/>
            </a:lvl1pPr>
            <a:lvl2pPr marL="914400" lvl="1" indent="-3810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2400"/>
              <a:buChar char="–"/>
              <a:defRPr sz="2400"/>
            </a:lvl2pPr>
            <a:lvl3pPr marL="1371600" lvl="2" indent="-3556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2000"/>
              <a:buChar char="•"/>
              <a:defRPr sz="2000"/>
            </a:lvl3pPr>
            <a:lvl4pPr marL="1828800" lvl="3" indent="-3429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800"/>
              <a:buChar char="–"/>
              <a:defRPr sz="1800"/>
            </a:lvl4pPr>
            <a:lvl5pPr marL="2286000" lvl="4" indent="-3429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800"/>
              <a:buChar char="»"/>
              <a:defRPr sz="1800"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800"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800"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800"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02" name="Google Shape;102;p35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03" name="Google Shape;103;p35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6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6" name="Google Shape;106;p36"/>
          <p:cNvSpPr txBox="1"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2400"/>
              <a:buNone/>
              <a:defRPr sz="2400" b="1"/>
            </a:lvl1pPr>
            <a:lvl2pPr marL="914400" lvl="1" indent="-2286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07" name="Google Shape;107;p36"/>
          <p:cNvSpPr txBox="1">
            <a:spLocks noGrp="1"/>
          </p:cNvSpPr>
          <p:nvPr>
            <p:ph type="body" idx="2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2400"/>
              <a:buChar char="•"/>
              <a:defRPr sz="2400"/>
            </a:lvl1pPr>
            <a:lvl2pPr marL="914400" lvl="1" indent="-3556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2000"/>
              <a:buChar char="–"/>
              <a:defRPr sz="2000"/>
            </a:lvl2pPr>
            <a:lvl3pPr marL="1371600" lvl="2" indent="-3429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800"/>
              <a:buChar char="•"/>
              <a:defRPr sz="1800"/>
            </a:lvl3pPr>
            <a:lvl4pPr marL="1828800" lvl="3" indent="-3302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600"/>
              <a:buChar char="–"/>
              <a:defRPr sz="1600"/>
            </a:lvl4pPr>
            <a:lvl5pPr marL="2286000" lvl="4" indent="-3302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Char char="»"/>
              <a:defRPr sz="1600"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600"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600"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600"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600"/>
            </a:lvl9pPr>
          </a:lstStyle>
          <a:p>
            <a:endParaRPr/>
          </a:p>
        </p:txBody>
      </p:sp>
      <p:sp>
        <p:nvSpPr>
          <p:cNvPr id="108" name="Google Shape;108;p36"/>
          <p:cNvSpPr txBox="1">
            <a:spLocks noGrp="1"/>
          </p:cNvSpPr>
          <p:nvPr>
            <p:ph type="body" idx="3"/>
          </p:nvPr>
        </p:nvSpPr>
        <p:spPr>
          <a:xfrm>
            <a:off x="6193368" y="1535113"/>
            <a:ext cx="5389033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2400"/>
              <a:buNone/>
              <a:defRPr sz="2400" b="1"/>
            </a:lvl1pPr>
            <a:lvl2pPr marL="914400" lvl="1" indent="-2286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09" name="Google Shape;109;p36"/>
          <p:cNvSpPr txBox="1">
            <a:spLocks noGrp="1"/>
          </p:cNvSpPr>
          <p:nvPr>
            <p:ph type="body" idx="4"/>
          </p:nvPr>
        </p:nvSpPr>
        <p:spPr>
          <a:xfrm>
            <a:off x="6193368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2400"/>
              <a:buChar char="•"/>
              <a:defRPr sz="2400"/>
            </a:lvl1pPr>
            <a:lvl2pPr marL="914400" lvl="1" indent="-3556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2000"/>
              <a:buChar char="–"/>
              <a:defRPr sz="2000"/>
            </a:lvl2pPr>
            <a:lvl3pPr marL="1371600" lvl="2" indent="-3429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800"/>
              <a:buChar char="•"/>
              <a:defRPr sz="1800"/>
            </a:lvl3pPr>
            <a:lvl4pPr marL="1828800" lvl="3" indent="-3302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600"/>
              <a:buChar char="–"/>
              <a:defRPr sz="1600"/>
            </a:lvl4pPr>
            <a:lvl5pPr marL="2286000" lvl="4" indent="-3302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Char char="»"/>
              <a:defRPr sz="1600"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600"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600"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600"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600"/>
            </a:lvl9pPr>
          </a:lstStyle>
          <a:p>
            <a:endParaRPr/>
          </a:p>
        </p:txBody>
      </p:sp>
      <p:sp>
        <p:nvSpPr>
          <p:cNvPr id="110" name="Google Shape;110;p36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11" name="Google Shape;111;p36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37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1213" cy="1141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4" name="Google Shape;114;p37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15" name="Google Shape;115;p37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8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18" name="Google Shape;118;p38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39"/>
          <p:cNvSpPr txBox="1"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1" name="Google Shape;121;p39"/>
          <p:cNvSpPr txBox="1">
            <a:spLocks noGrp="1"/>
          </p:cNvSpPr>
          <p:nvPr>
            <p:ph type="body" idx="1"/>
          </p:nvPr>
        </p:nvSpPr>
        <p:spPr>
          <a:xfrm>
            <a:off x="4766733" y="273051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318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3200"/>
              <a:buChar char="•"/>
              <a:defRPr sz="3200"/>
            </a:lvl1pPr>
            <a:lvl2pPr marL="914400" lvl="1" indent="-4064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2800"/>
              <a:buChar char="–"/>
              <a:defRPr sz="2800"/>
            </a:lvl2pPr>
            <a:lvl3pPr marL="1371600" lvl="2" indent="-3810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2400"/>
              <a:buChar char="•"/>
              <a:defRPr sz="2400"/>
            </a:lvl3pPr>
            <a:lvl4pPr marL="1828800" lvl="3" indent="-3556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2000"/>
              <a:buChar char="–"/>
              <a:defRPr sz="2000"/>
            </a:lvl4pPr>
            <a:lvl5pPr marL="2286000" lvl="4" indent="-355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2000"/>
              <a:buChar char="»"/>
              <a:defRPr sz="2000"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2000"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2000"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2000"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2000"/>
            </a:lvl9pPr>
          </a:lstStyle>
          <a:p>
            <a:endParaRPr/>
          </a:p>
        </p:txBody>
      </p:sp>
      <p:sp>
        <p:nvSpPr>
          <p:cNvPr id="122" name="Google Shape;122;p39"/>
          <p:cNvSpPr txBox="1">
            <a:spLocks noGrp="1"/>
          </p:cNvSpPr>
          <p:nvPr>
            <p:ph type="body" idx="2"/>
          </p:nvPr>
        </p:nvSpPr>
        <p:spPr>
          <a:xfrm>
            <a:off x="609601" y="1435101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1400"/>
              <a:buNone/>
              <a:defRPr sz="1400"/>
            </a:lvl1pPr>
            <a:lvl2pPr marL="914400" lvl="1" indent="-2286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123" name="Google Shape;123;p39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24" name="Google Shape;124;p39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40"/>
          <p:cNvSpPr txBox="1"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7" name="Google Shape;127;p40"/>
          <p:cNvSpPr>
            <a:spLocks noGrp="1"/>
          </p:cNvSpPr>
          <p:nvPr>
            <p:ph type="pic" idx="2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128" name="Google Shape;128;p40"/>
          <p:cNvSpPr txBox="1">
            <a:spLocks noGrp="1"/>
          </p:cNvSpPr>
          <p:nvPr>
            <p:ph type="body" idx="1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1400"/>
              <a:buNone/>
              <a:defRPr sz="1400"/>
            </a:lvl1pPr>
            <a:lvl2pPr marL="914400" lvl="1" indent="-2286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129" name="Google Shape;129;p40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30" name="Google Shape;130;p40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41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1213" cy="1141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3" name="Google Shape;133;p41"/>
          <p:cNvSpPr txBox="1">
            <a:spLocks noGrp="1"/>
          </p:cNvSpPr>
          <p:nvPr>
            <p:ph type="body" idx="1"/>
          </p:nvPr>
        </p:nvSpPr>
        <p:spPr>
          <a:xfrm rot="5400000">
            <a:off x="3833019" y="-1623219"/>
            <a:ext cx="4524375" cy="109712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1800"/>
              <a:buChar char="–"/>
              <a:defRPr/>
            </a:lvl2pPr>
            <a:lvl3pPr marL="1371600" lvl="2" indent="-3429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800"/>
              <a:buChar char="–"/>
              <a:defRPr/>
            </a:lvl4pPr>
            <a:lvl5pPr marL="2286000" lvl="4" indent="-3429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800"/>
              <a:buChar char="»"/>
              <a:defRPr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4" name="Google Shape;134;p41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35" name="Google Shape;135;p41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42"/>
          <p:cNvSpPr txBox="1">
            <a:spLocks noGrp="1"/>
          </p:cNvSpPr>
          <p:nvPr>
            <p:ph type="title"/>
          </p:nvPr>
        </p:nvSpPr>
        <p:spPr>
          <a:xfrm rot="5400000">
            <a:off x="7284774" y="1829066"/>
            <a:ext cx="5849937" cy="27410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8" name="Google Shape;138;p42"/>
          <p:cNvSpPr txBox="1">
            <a:spLocks noGrp="1"/>
          </p:cNvSpPr>
          <p:nvPr>
            <p:ph type="body" idx="1"/>
          </p:nvPr>
        </p:nvSpPr>
        <p:spPr>
          <a:xfrm rot="5400000">
            <a:off x="1697831" y="-813592"/>
            <a:ext cx="5849937" cy="80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1800"/>
              <a:buChar char="–"/>
              <a:defRPr/>
            </a:lvl2pPr>
            <a:lvl3pPr marL="1371600" lvl="2" indent="-3429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800"/>
              <a:buChar char="–"/>
              <a:defRPr/>
            </a:lvl4pPr>
            <a:lvl5pPr marL="2286000" lvl="4" indent="-3429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800"/>
              <a:buChar char="»"/>
              <a:defRPr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9" name="Google Shape;139;p42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40" name="Google Shape;140;p42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">
  <p:cSld name="Custom Layout"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43"/>
          <p:cNvSpPr txBox="1">
            <a:spLocks noGrp="1"/>
          </p:cNvSpPr>
          <p:nvPr>
            <p:ph type="title"/>
          </p:nvPr>
        </p:nvSpPr>
        <p:spPr>
          <a:xfrm>
            <a:off x="914401" y="2130425"/>
            <a:ext cx="10361084" cy="1468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3" name="Google Shape;143;p43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2" cy="3635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Calibri"/>
              <a:buNone/>
              <a:defRPr sz="18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sz="18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sz="18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sz="18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sz="18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44" name="Google Shape;144;p43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2" cy="3635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0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53" name="Google Shape;153;p20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1"/>
          <p:cNvSpPr txBox="1">
            <a:spLocks noGrp="1"/>
          </p:cNvSpPr>
          <p:nvPr>
            <p:ph type="title"/>
          </p:nvPr>
        </p:nvSpPr>
        <p:spPr>
          <a:xfrm>
            <a:off x="609600" y="273050"/>
            <a:ext cx="10971213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6" name="Google Shape;156;p21"/>
          <p:cNvSpPr txBox="1">
            <a:spLocks noGrp="1"/>
          </p:cNvSpPr>
          <p:nvPr>
            <p:ph type="body" idx="1"/>
          </p:nvPr>
        </p:nvSpPr>
        <p:spPr>
          <a:xfrm>
            <a:off x="609600" y="1604963"/>
            <a:ext cx="10971213" cy="397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075" rIns="0" bIns="0" anchor="t" anchorCtr="0">
            <a:noAutofit/>
          </a:bodyPr>
          <a:lstStyle>
            <a:lvl1pPr marL="457200" lvl="0" indent="-3429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1800"/>
              <a:buChar char="–"/>
              <a:defRPr/>
            </a:lvl2pPr>
            <a:lvl3pPr marL="1371600" lvl="2" indent="-3429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800"/>
              <a:buChar char="–"/>
              <a:defRPr/>
            </a:lvl4pPr>
            <a:lvl5pPr marL="2286000" lvl="4" indent="-3429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800"/>
              <a:buChar char="»"/>
              <a:defRPr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7" name="Google Shape;157;p21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58" name="Google Shape;158;p21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44"/>
          <p:cNvSpPr txBox="1"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1" name="Google Shape;161;p44"/>
          <p:cNvSpPr txBox="1"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075" rIns="0" bIns="0" anchor="t" anchorCtr="0">
            <a:noAutofit/>
          </a:bodyPr>
          <a:lstStyle>
            <a:lvl1pPr lvl="0" algn="ctr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3200"/>
              <a:buNone/>
              <a:defRPr/>
            </a:lvl1pPr>
            <a:lvl2pPr lvl="1" algn="ctr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2400"/>
              <a:buNone/>
              <a:defRPr/>
            </a:lvl2pPr>
            <a:lvl3pPr lvl="2" algn="ctr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2000"/>
              <a:buNone/>
              <a:defRPr/>
            </a:lvl3pPr>
            <a:lvl4pPr lvl="3" algn="ctr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2000"/>
              <a:buNone/>
              <a:defRPr/>
            </a:lvl4pPr>
            <a:lvl5pPr lvl="4" algn="ctr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2000"/>
              <a:buNone/>
              <a:defRPr/>
            </a:lvl5pPr>
            <a:lvl6pPr lvl="5" algn="ctr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2000"/>
              <a:buNone/>
              <a:defRPr/>
            </a:lvl6pPr>
            <a:lvl7pPr lvl="6" algn="ctr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2000"/>
              <a:buNone/>
              <a:defRPr/>
            </a:lvl7pPr>
            <a:lvl8pPr lvl="7" algn="ctr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2000"/>
              <a:buNone/>
              <a:defRPr/>
            </a:lvl8pPr>
            <a:lvl9pPr lvl="8" algn="ctr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162" name="Google Shape;162;p44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63" name="Google Shape;163;p44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45"/>
          <p:cNvSpPr txBox="1"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cap="none"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6" name="Google Shape;166;p45"/>
          <p:cNvSpPr txBox="1"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075" rIns="0" bIns="0" anchor="b" anchorCtr="0">
            <a:noAutofit/>
          </a:bodyPr>
          <a:lstStyle>
            <a:lvl1pPr marL="457200" lvl="0" indent="-2286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2000"/>
              <a:buNone/>
              <a:defRPr sz="2000"/>
            </a:lvl1pPr>
            <a:lvl2pPr marL="914400" lvl="1" indent="-2286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1800"/>
              <a:buNone/>
              <a:defRPr sz="1800"/>
            </a:lvl2pPr>
            <a:lvl3pPr marL="1371600" lvl="2" indent="-2286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600"/>
              <a:buNone/>
              <a:defRPr sz="1600"/>
            </a:lvl3pPr>
            <a:lvl4pPr marL="1828800" lvl="3" indent="-2286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400"/>
              <a:buNone/>
              <a:defRPr sz="1400"/>
            </a:lvl4pPr>
            <a:lvl5pPr marL="2286000" lvl="4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400"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400"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400"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400"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>
            <a:endParaRPr/>
          </a:p>
        </p:txBody>
      </p:sp>
      <p:sp>
        <p:nvSpPr>
          <p:cNvPr id="167" name="Google Shape;167;p45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68" name="Google Shape;168;p45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46"/>
          <p:cNvSpPr txBox="1">
            <a:spLocks noGrp="1"/>
          </p:cNvSpPr>
          <p:nvPr>
            <p:ph type="title"/>
          </p:nvPr>
        </p:nvSpPr>
        <p:spPr>
          <a:xfrm>
            <a:off x="609600" y="273050"/>
            <a:ext cx="10971213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1" name="Google Shape;171;p46"/>
          <p:cNvSpPr txBox="1">
            <a:spLocks noGrp="1"/>
          </p:cNvSpPr>
          <p:nvPr>
            <p:ph type="body" idx="1"/>
          </p:nvPr>
        </p:nvSpPr>
        <p:spPr>
          <a:xfrm>
            <a:off x="609601" y="1604963"/>
            <a:ext cx="5382684" cy="397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075" rIns="0" bIns="0" anchor="t" anchorCtr="0">
            <a:noAutofit/>
          </a:bodyPr>
          <a:lstStyle>
            <a:lvl1pPr marL="457200" lvl="0" indent="-4064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2800"/>
              <a:buChar char="•"/>
              <a:defRPr sz="2800"/>
            </a:lvl1pPr>
            <a:lvl2pPr marL="914400" lvl="1" indent="-3810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2400"/>
              <a:buChar char="–"/>
              <a:defRPr sz="2400"/>
            </a:lvl2pPr>
            <a:lvl3pPr marL="1371600" lvl="2" indent="-3556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2000"/>
              <a:buChar char="•"/>
              <a:defRPr sz="2000"/>
            </a:lvl3pPr>
            <a:lvl4pPr marL="1828800" lvl="3" indent="-3429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800"/>
              <a:buChar char="–"/>
              <a:defRPr sz="1800"/>
            </a:lvl4pPr>
            <a:lvl5pPr marL="2286000" lvl="4" indent="-3429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800"/>
              <a:buChar char="»"/>
              <a:defRPr sz="1800"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800"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800"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800"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72" name="Google Shape;172;p46"/>
          <p:cNvSpPr txBox="1">
            <a:spLocks noGrp="1"/>
          </p:cNvSpPr>
          <p:nvPr>
            <p:ph type="body" idx="2"/>
          </p:nvPr>
        </p:nvSpPr>
        <p:spPr>
          <a:xfrm>
            <a:off x="6195484" y="1604963"/>
            <a:ext cx="5384800" cy="397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075" rIns="0" bIns="0" anchor="t" anchorCtr="0">
            <a:noAutofit/>
          </a:bodyPr>
          <a:lstStyle>
            <a:lvl1pPr marL="457200" lvl="0" indent="-4064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2800"/>
              <a:buChar char="•"/>
              <a:defRPr sz="2800"/>
            </a:lvl1pPr>
            <a:lvl2pPr marL="914400" lvl="1" indent="-3810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2400"/>
              <a:buChar char="–"/>
              <a:defRPr sz="2400"/>
            </a:lvl2pPr>
            <a:lvl3pPr marL="1371600" lvl="2" indent="-3556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2000"/>
              <a:buChar char="•"/>
              <a:defRPr sz="2000"/>
            </a:lvl3pPr>
            <a:lvl4pPr marL="1828800" lvl="3" indent="-3429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800"/>
              <a:buChar char="–"/>
              <a:defRPr sz="1800"/>
            </a:lvl4pPr>
            <a:lvl5pPr marL="2286000" lvl="4" indent="-3429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800"/>
              <a:buChar char="»"/>
              <a:defRPr sz="1800"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800"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800"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800"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73" name="Google Shape;173;p46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74" name="Google Shape;174;p46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47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7" name="Google Shape;177;p47"/>
          <p:cNvSpPr txBox="1"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075" rIns="0" bIns="0" anchor="b" anchorCtr="0">
            <a:noAutofit/>
          </a:bodyPr>
          <a:lstStyle>
            <a:lvl1pPr marL="457200" lvl="0" indent="-2286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2400"/>
              <a:buNone/>
              <a:defRPr sz="2400" b="1"/>
            </a:lvl1pPr>
            <a:lvl2pPr marL="914400" lvl="1" indent="-2286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78" name="Google Shape;178;p47"/>
          <p:cNvSpPr txBox="1">
            <a:spLocks noGrp="1"/>
          </p:cNvSpPr>
          <p:nvPr>
            <p:ph type="body" idx="2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075" rIns="0" bIns="0" anchor="t" anchorCtr="0">
            <a:noAutofit/>
          </a:bodyPr>
          <a:lstStyle>
            <a:lvl1pPr marL="457200" lvl="0" indent="-3810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2400"/>
              <a:buChar char="•"/>
              <a:defRPr sz="2400"/>
            </a:lvl1pPr>
            <a:lvl2pPr marL="914400" lvl="1" indent="-3556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2000"/>
              <a:buChar char="–"/>
              <a:defRPr sz="2000"/>
            </a:lvl2pPr>
            <a:lvl3pPr marL="1371600" lvl="2" indent="-3429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800"/>
              <a:buChar char="•"/>
              <a:defRPr sz="1800"/>
            </a:lvl3pPr>
            <a:lvl4pPr marL="1828800" lvl="3" indent="-3302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600"/>
              <a:buChar char="–"/>
              <a:defRPr sz="1600"/>
            </a:lvl4pPr>
            <a:lvl5pPr marL="2286000" lvl="4" indent="-3302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Char char="»"/>
              <a:defRPr sz="1600"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600"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600"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600"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600"/>
            </a:lvl9pPr>
          </a:lstStyle>
          <a:p>
            <a:endParaRPr/>
          </a:p>
        </p:txBody>
      </p:sp>
      <p:sp>
        <p:nvSpPr>
          <p:cNvPr id="179" name="Google Shape;179;p47"/>
          <p:cNvSpPr txBox="1">
            <a:spLocks noGrp="1"/>
          </p:cNvSpPr>
          <p:nvPr>
            <p:ph type="body" idx="3"/>
          </p:nvPr>
        </p:nvSpPr>
        <p:spPr>
          <a:xfrm>
            <a:off x="6193368" y="1535113"/>
            <a:ext cx="5389033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075" rIns="0" bIns="0" anchor="b" anchorCtr="0">
            <a:noAutofit/>
          </a:bodyPr>
          <a:lstStyle>
            <a:lvl1pPr marL="457200" lvl="0" indent="-2286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2400"/>
              <a:buNone/>
              <a:defRPr sz="2400" b="1"/>
            </a:lvl1pPr>
            <a:lvl2pPr marL="914400" lvl="1" indent="-2286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80" name="Google Shape;180;p47"/>
          <p:cNvSpPr txBox="1">
            <a:spLocks noGrp="1"/>
          </p:cNvSpPr>
          <p:nvPr>
            <p:ph type="body" idx="4"/>
          </p:nvPr>
        </p:nvSpPr>
        <p:spPr>
          <a:xfrm>
            <a:off x="6193368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075" rIns="0" bIns="0" anchor="t" anchorCtr="0">
            <a:noAutofit/>
          </a:bodyPr>
          <a:lstStyle>
            <a:lvl1pPr marL="457200" lvl="0" indent="-3810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2400"/>
              <a:buChar char="•"/>
              <a:defRPr sz="2400"/>
            </a:lvl1pPr>
            <a:lvl2pPr marL="914400" lvl="1" indent="-3556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2000"/>
              <a:buChar char="–"/>
              <a:defRPr sz="2000"/>
            </a:lvl2pPr>
            <a:lvl3pPr marL="1371600" lvl="2" indent="-3429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800"/>
              <a:buChar char="•"/>
              <a:defRPr sz="1800"/>
            </a:lvl3pPr>
            <a:lvl4pPr marL="1828800" lvl="3" indent="-3302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600"/>
              <a:buChar char="–"/>
              <a:defRPr sz="1600"/>
            </a:lvl4pPr>
            <a:lvl5pPr marL="2286000" lvl="4" indent="-3302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Char char="»"/>
              <a:defRPr sz="1600"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600"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600"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600"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600"/>
            </a:lvl9pPr>
          </a:lstStyle>
          <a:p>
            <a:endParaRPr/>
          </a:p>
        </p:txBody>
      </p:sp>
      <p:sp>
        <p:nvSpPr>
          <p:cNvPr id="181" name="Google Shape;181;p47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82" name="Google Shape;182;p47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48"/>
          <p:cNvSpPr txBox="1">
            <a:spLocks noGrp="1"/>
          </p:cNvSpPr>
          <p:nvPr>
            <p:ph type="title"/>
          </p:nvPr>
        </p:nvSpPr>
        <p:spPr>
          <a:xfrm>
            <a:off x="609600" y="273050"/>
            <a:ext cx="10971213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5" name="Google Shape;185;p48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86" name="Google Shape;186;p48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49"/>
          <p:cNvSpPr txBox="1"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9" name="Google Shape;189;p49"/>
          <p:cNvSpPr txBox="1">
            <a:spLocks noGrp="1"/>
          </p:cNvSpPr>
          <p:nvPr>
            <p:ph type="body" idx="1"/>
          </p:nvPr>
        </p:nvSpPr>
        <p:spPr>
          <a:xfrm>
            <a:off x="4766733" y="273051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075" rIns="0" bIns="0" anchor="t" anchorCtr="0">
            <a:noAutofit/>
          </a:bodyPr>
          <a:lstStyle>
            <a:lvl1pPr marL="457200" lvl="0" indent="-4318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3200"/>
              <a:buChar char="•"/>
              <a:defRPr sz="3200"/>
            </a:lvl1pPr>
            <a:lvl2pPr marL="914400" lvl="1" indent="-4064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2800"/>
              <a:buChar char="–"/>
              <a:defRPr sz="2800"/>
            </a:lvl2pPr>
            <a:lvl3pPr marL="1371600" lvl="2" indent="-3810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2400"/>
              <a:buChar char="•"/>
              <a:defRPr sz="2400"/>
            </a:lvl3pPr>
            <a:lvl4pPr marL="1828800" lvl="3" indent="-3556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2000"/>
              <a:buChar char="–"/>
              <a:defRPr sz="2000"/>
            </a:lvl4pPr>
            <a:lvl5pPr marL="2286000" lvl="4" indent="-355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2000"/>
              <a:buChar char="»"/>
              <a:defRPr sz="2000"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2000"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2000"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2000"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2000"/>
            </a:lvl9pPr>
          </a:lstStyle>
          <a:p>
            <a:endParaRPr/>
          </a:p>
        </p:txBody>
      </p:sp>
      <p:sp>
        <p:nvSpPr>
          <p:cNvPr id="190" name="Google Shape;190;p49"/>
          <p:cNvSpPr txBox="1">
            <a:spLocks noGrp="1"/>
          </p:cNvSpPr>
          <p:nvPr>
            <p:ph type="body" idx="2"/>
          </p:nvPr>
        </p:nvSpPr>
        <p:spPr>
          <a:xfrm>
            <a:off x="609601" y="1435101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075" rIns="0" bIns="0" anchor="t" anchorCtr="0">
            <a:noAutofit/>
          </a:bodyPr>
          <a:lstStyle>
            <a:lvl1pPr marL="457200" lvl="0" indent="-2286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1400"/>
              <a:buNone/>
              <a:defRPr sz="1400"/>
            </a:lvl1pPr>
            <a:lvl2pPr marL="914400" lvl="1" indent="-2286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191" name="Google Shape;191;p49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92" name="Google Shape;192;p49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50"/>
          <p:cNvSpPr txBox="1"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5" name="Google Shape;195;p50"/>
          <p:cNvSpPr>
            <a:spLocks noGrp="1"/>
          </p:cNvSpPr>
          <p:nvPr>
            <p:ph type="pic" idx="2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196" name="Google Shape;196;p50"/>
          <p:cNvSpPr txBox="1">
            <a:spLocks noGrp="1"/>
          </p:cNvSpPr>
          <p:nvPr>
            <p:ph type="body" idx="1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075" rIns="0" bIns="0" anchor="t" anchorCtr="0">
            <a:noAutofit/>
          </a:bodyPr>
          <a:lstStyle>
            <a:lvl1pPr marL="457200" lvl="0" indent="-2286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1400"/>
              <a:buNone/>
              <a:defRPr sz="1400"/>
            </a:lvl1pPr>
            <a:lvl2pPr marL="914400" lvl="1" indent="-2286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197" name="Google Shape;197;p50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98" name="Google Shape;198;p50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51"/>
          <p:cNvSpPr txBox="1">
            <a:spLocks noGrp="1"/>
          </p:cNvSpPr>
          <p:nvPr>
            <p:ph type="title"/>
          </p:nvPr>
        </p:nvSpPr>
        <p:spPr>
          <a:xfrm>
            <a:off x="609600" y="273050"/>
            <a:ext cx="10971213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1" name="Google Shape;201;p51"/>
          <p:cNvSpPr txBox="1">
            <a:spLocks noGrp="1"/>
          </p:cNvSpPr>
          <p:nvPr>
            <p:ph type="body" idx="1"/>
          </p:nvPr>
        </p:nvSpPr>
        <p:spPr>
          <a:xfrm rot="5400000">
            <a:off x="4107657" y="-1893094"/>
            <a:ext cx="3975100" cy="109712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075" rIns="0" bIns="0" anchor="t" anchorCtr="0">
            <a:noAutofit/>
          </a:bodyPr>
          <a:lstStyle>
            <a:lvl1pPr marL="457200" lvl="0" indent="-3429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1800"/>
              <a:buChar char="–"/>
              <a:defRPr/>
            </a:lvl2pPr>
            <a:lvl3pPr marL="1371600" lvl="2" indent="-3429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800"/>
              <a:buChar char="–"/>
              <a:defRPr/>
            </a:lvl4pPr>
            <a:lvl5pPr marL="2286000" lvl="4" indent="-3429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800"/>
              <a:buChar char="»"/>
              <a:defRPr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2" name="Google Shape;202;p51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203" name="Google Shape;203;p51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52"/>
          <p:cNvSpPr txBox="1">
            <a:spLocks noGrp="1"/>
          </p:cNvSpPr>
          <p:nvPr>
            <p:ph type="title"/>
          </p:nvPr>
        </p:nvSpPr>
        <p:spPr>
          <a:xfrm rot="5400000">
            <a:off x="7556236" y="1556015"/>
            <a:ext cx="5307013" cy="27410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6" name="Google Shape;206;p52"/>
          <p:cNvSpPr txBox="1">
            <a:spLocks noGrp="1"/>
          </p:cNvSpPr>
          <p:nvPr>
            <p:ph type="body" idx="1"/>
          </p:nvPr>
        </p:nvSpPr>
        <p:spPr>
          <a:xfrm rot="5400000">
            <a:off x="1969294" y="-1086643"/>
            <a:ext cx="5307013" cy="80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075" rIns="0" bIns="0" anchor="t" anchorCtr="0">
            <a:noAutofit/>
          </a:bodyPr>
          <a:lstStyle>
            <a:lvl1pPr marL="457200" lvl="0" indent="-3429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1800"/>
              <a:buChar char="–"/>
              <a:defRPr/>
            </a:lvl2pPr>
            <a:lvl3pPr marL="1371600" lvl="2" indent="-3429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800"/>
              <a:buChar char="–"/>
              <a:defRPr/>
            </a:lvl4pPr>
            <a:lvl5pPr marL="2286000" lvl="4" indent="-3429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800"/>
              <a:buChar char="»"/>
              <a:defRPr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7" name="Google Shape;207;p52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208" name="Google Shape;208;p52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5.xml"/><Relationship Id="rId5" Type="http://schemas.openxmlformats.org/officeDocument/2006/relationships/slideLayout" Target="../slideLayouts/slideLayout29.xml"/><Relationship Id="rId10" Type="http://schemas.openxmlformats.org/officeDocument/2006/relationships/slideLayout" Target="../slideLayouts/slideLayout34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5"/>
          <p:cNvSpPr txBox="1">
            <a:spLocks noGrp="1"/>
          </p:cNvSpPr>
          <p:nvPr>
            <p:ph type="title"/>
          </p:nvPr>
        </p:nvSpPr>
        <p:spPr>
          <a:xfrm>
            <a:off x="914400" y="2130425"/>
            <a:ext cx="10361613" cy="1468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" name="Google Shape;11;p15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15"/>
          <p:cNvSpPr txBox="1"/>
          <p:nvPr/>
        </p:nvSpPr>
        <p:spPr>
          <a:xfrm>
            <a:off x="4165600" y="6356350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Google Shape;13;p15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14;p15"/>
          <p:cNvSpPr txBox="1">
            <a:spLocks noGrp="1"/>
          </p:cNvSpPr>
          <p:nvPr>
            <p:ph type="body" idx="1"/>
          </p:nvPr>
        </p:nvSpPr>
        <p:spPr>
          <a:xfrm>
            <a:off x="609600" y="1604963"/>
            <a:ext cx="10971213" cy="397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075" rIns="0" bIns="0" anchor="t" anchorCtr="0">
            <a:noAutofit/>
          </a:bodyPr>
          <a:lstStyle>
            <a:lvl1pPr marL="457200" marR="0" lvl="0" indent="-431800" algn="l" rtl="0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Char char="•"/>
              <a:defRPr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Char char="–"/>
              <a:defRPr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Char char="–"/>
              <a:defRPr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Char char="»"/>
              <a:defRPr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1213" cy="1141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9" name="Google Shape;79;p17"/>
          <p:cNvSpPr txBox="1">
            <a:spLocks noGrp="1"/>
          </p:cNvSpPr>
          <p:nvPr>
            <p:ph type="body" idx="1"/>
          </p:nvPr>
        </p:nvSpPr>
        <p:spPr>
          <a:xfrm>
            <a:off x="609600" y="1600200"/>
            <a:ext cx="10971213" cy="4524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Char char="•"/>
              <a:defRPr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Char char="–"/>
              <a:defRPr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Char char="–"/>
              <a:defRPr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Char char="»"/>
              <a:defRPr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0" name="Google Shape;80;p17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1" name="Google Shape;81;p17"/>
          <p:cNvSpPr txBox="1"/>
          <p:nvPr/>
        </p:nvSpPr>
        <p:spPr>
          <a:xfrm>
            <a:off x="4165600" y="6356350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17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9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7" name="Google Shape;147;p19"/>
          <p:cNvSpPr txBox="1"/>
          <p:nvPr/>
        </p:nvSpPr>
        <p:spPr>
          <a:xfrm>
            <a:off x="4165600" y="6356350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19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19"/>
          <p:cNvSpPr txBox="1">
            <a:spLocks noGrp="1"/>
          </p:cNvSpPr>
          <p:nvPr>
            <p:ph type="title"/>
          </p:nvPr>
        </p:nvSpPr>
        <p:spPr>
          <a:xfrm>
            <a:off x="609600" y="273050"/>
            <a:ext cx="10971213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R="0" lvl="0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50" name="Google Shape;150;p19"/>
          <p:cNvSpPr txBox="1">
            <a:spLocks noGrp="1"/>
          </p:cNvSpPr>
          <p:nvPr>
            <p:ph type="body" idx="1"/>
          </p:nvPr>
        </p:nvSpPr>
        <p:spPr>
          <a:xfrm>
            <a:off x="609600" y="1604963"/>
            <a:ext cx="10971213" cy="397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075" rIns="0" bIns="0" anchor="t" anchorCtr="0">
            <a:noAutofit/>
          </a:bodyPr>
          <a:lstStyle>
            <a:lvl1pPr marL="457200" marR="0" lvl="0" indent="-431800" algn="l" rtl="0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Char char="•"/>
              <a:defRPr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Char char="–"/>
              <a:defRPr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Char char="–"/>
              <a:defRPr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Char char="»"/>
              <a:defRPr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5.xml"/><Relationship Id="rId5" Type="http://schemas.openxmlformats.org/officeDocument/2006/relationships/image" Target="../media/image3.png"/><Relationship Id="rId4" Type="http://schemas.openxmlformats.org/officeDocument/2006/relationships/image" Target="../media/image2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5.xml"/><Relationship Id="rId5" Type="http://schemas.openxmlformats.org/officeDocument/2006/relationships/hyperlink" Target="file:///C:\Users\krmah\Downloads\Smart_Cargo_Literature_Survey%20(1).xlsx" TargetMode="External"/><Relationship Id="rId4" Type="http://schemas.openxmlformats.org/officeDocument/2006/relationships/image" Target="../media/image2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5.xml"/><Relationship Id="rId4" Type="http://schemas.openxmlformats.org/officeDocument/2006/relationships/image" Target="../media/image2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6.xml"/><Relationship Id="rId4" Type="http://schemas.openxmlformats.org/officeDocument/2006/relationships/image" Target="../media/image2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.jp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1"/>
          <p:cNvSpPr txBox="1">
            <a:spLocks noGrp="1"/>
          </p:cNvSpPr>
          <p:nvPr>
            <p:ph type="subTitle" idx="4294967295"/>
          </p:nvPr>
        </p:nvSpPr>
        <p:spPr>
          <a:xfrm>
            <a:off x="523836" y="3605131"/>
            <a:ext cx="11668200" cy="2710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rPr lang="en-US" sz="1800" b="1" i="0" u="none" strike="noStrike" cap="none" dirty="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PRESENTED BY                                                                                                GUIDED BY </a:t>
            </a:r>
            <a:endParaRPr lang="en-IN" sz="32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>
              <a:lnSpc>
                <a:spcPct val="170000"/>
              </a:lnSpc>
              <a:spcBef>
                <a:spcPts val="365"/>
              </a:spcBef>
              <a:buSzPts val="1800"/>
              <a:buNone/>
            </a:pPr>
            <a:r>
              <a:rPr lang="en-IN" sz="1800" b="1" dirty="0">
                <a:solidFill>
                  <a:srgbClr val="0C0C0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LOKESHWARAN V                               </a:t>
            </a:r>
            <a:r>
              <a:rPr lang="en-IN" sz="1800" b="1" i="0" u="none" strike="noStrike" cap="none" dirty="0">
                <a:solidFill>
                  <a:srgbClr val="0C0C0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-2403811724321057                       Ms. ADEEBA AAISHA F </a:t>
            </a:r>
          </a:p>
          <a:p>
            <a:pPr marL="0" lvl="0" indent="0">
              <a:lnSpc>
                <a:spcPct val="170000"/>
              </a:lnSpc>
              <a:spcBef>
                <a:spcPts val="365"/>
              </a:spcBef>
              <a:buSzPts val="1800"/>
              <a:buNone/>
            </a:pPr>
            <a:r>
              <a:rPr lang="en-US" sz="1800" b="1" i="0" u="none" strike="noStrike" cap="none" dirty="0">
                <a:solidFill>
                  <a:srgbClr val="0C0C0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IN" sz="1800" b="1" dirty="0">
                <a:solidFill>
                  <a:srgbClr val="0C0C0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MAHALAKSHMI K R</a:t>
            </a:r>
            <a:r>
              <a:rPr lang="en-US" sz="1800" b="1" i="0" u="none" strike="noStrike" cap="none" dirty="0">
                <a:solidFill>
                  <a:srgbClr val="0C0C0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</a:t>
            </a:r>
            <a:r>
              <a:rPr lang="en-IN" sz="1800" b="1" i="0" u="none" strike="noStrike" cap="none" dirty="0">
                <a:solidFill>
                  <a:srgbClr val="0C0C0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</a:t>
            </a:r>
            <a:r>
              <a:rPr lang="en-US" sz="1800" b="1" i="0" u="none" strike="noStrike" cap="none" dirty="0">
                <a:solidFill>
                  <a:srgbClr val="0C0C0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-24038117243220</a:t>
            </a:r>
            <a:r>
              <a:rPr lang="en-IN" sz="1800" b="1" i="0" u="none" strike="noStrike" cap="none" dirty="0">
                <a:solidFill>
                  <a:srgbClr val="0C0C0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58</a:t>
            </a:r>
            <a:r>
              <a:rPr lang="en-US" sz="1800" b="1" i="0" u="none" strike="noStrike" cap="none" dirty="0">
                <a:solidFill>
                  <a:srgbClr val="0C0C0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              </a:t>
            </a:r>
            <a:r>
              <a:rPr lang="en-US" sz="1800" b="1" dirty="0">
                <a:solidFill>
                  <a:srgbClr val="0C0C0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 /</a:t>
            </a:r>
            <a:r>
              <a:rPr lang="en-US" sz="1800" b="1" i="0" u="none" strike="noStrike" cap="none" dirty="0">
                <a:solidFill>
                  <a:srgbClr val="0C0C0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AIDS</a:t>
            </a:r>
            <a:endParaRPr sz="1800" b="1" i="0" u="none" strike="noStrike" cap="none" dirty="0">
              <a:solidFill>
                <a:srgbClr val="0C0C0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70000"/>
              </a:lnSpc>
              <a:spcBef>
                <a:spcPts val="365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rPr lang="en-US" sz="1800" b="1" i="0" u="none" strike="noStrike" cap="none" dirty="0">
                <a:solidFill>
                  <a:srgbClr val="0C0C0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MERLIN F              </a:t>
            </a:r>
            <a:r>
              <a:rPr lang="en-IN" sz="1800" b="1" i="0" u="none" strike="noStrike" cap="none" dirty="0">
                <a:solidFill>
                  <a:srgbClr val="0C0C0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</a:t>
            </a:r>
            <a:r>
              <a:rPr lang="en-US" sz="1800" b="1" i="0" u="none" strike="noStrike" cap="none" dirty="0">
                <a:solidFill>
                  <a:srgbClr val="0C0C0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-2403811724322060</a:t>
            </a:r>
          </a:p>
          <a:p>
            <a:pPr marL="0" marR="0" lvl="0" indent="0" algn="l" rtl="0">
              <a:lnSpc>
                <a:spcPct val="170000"/>
              </a:lnSpc>
              <a:spcBef>
                <a:spcPts val="365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rPr lang="en-IN" sz="1800" b="1" i="0" u="none" strike="noStrike" cap="none" dirty="0">
                <a:solidFill>
                  <a:srgbClr val="0C0C0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MITHUN AKASH M                              </a:t>
            </a:r>
            <a:r>
              <a:rPr lang="en-US" sz="1800" b="1" i="0" u="none" strike="noStrike" cap="none" dirty="0">
                <a:solidFill>
                  <a:srgbClr val="0C0C0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-24038117243210</a:t>
            </a:r>
            <a:r>
              <a:rPr lang="en-IN" sz="1800" b="1" dirty="0">
                <a:solidFill>
                  <a:srgbClr val="0C0C0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61</a:t>
            </a:r>
            <a:r>
              <a:rPr lang="en-US" sz="1800" b="1" i="0" u="none" strike="noStrike" cap="none" dirty="0">
                <a:solidFill>
                  <a:srgbClr val="0C0C0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</a:t>
            </a:r>
            <a:r>
              <a:rPr lang="en-US" sz="1800" b="1" i="0" u="none" strike="noStrike" cap="none" dirty="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															</a:t>
            </a:r>
            <a:endParaRPr lang="en-US" sz="32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"/>
          <p:cNvSpPr/>
          <p:nvPr/>
        </p:nvSpPr>
        <p:spPr>
          <a:xfrm>
            <a:off x="1679575" y="-1684337"/>
            <a:ext cx="3543300" cy="35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01" name="Google Shape;301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1850" y="214313"/>
            <a:ext cx="1066800" cy="1057275"/>
          </a:xfrm>
          <a:prstGeom prst="rect">
            <a:avLst/>
          </a:prstGeom>
          <a:noFill/>
          <a:ln>
            <a:noFill/>
          </a:ln>
        </p:spPr>
      </p:pic>
      <p:sp>
        <p:nvSpPr>
          <p:cNvPr id="302" name="Google Shape;302;p1"/>
          <p:cNvSpPr/>
          <p:nvPr/>
        </p:nvSpPr>
        <p:spPr>
          <a:xfrm>
            <a:off x="1902364" y="593117"/>
            <a:ext cx="8437500" cy="264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None/>
            </a:pPr>
            <a:r>
              <a:rPr lang="en-US" sz="2000" b="1" i="0" u="none" strike="noStrike" cap="none" dirty="0">
                <a:solidFill>
                  <a:srgbClr val="FF00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K.RAMAKRISHNAN COLLEGE OF TECHNOLOGY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None/>
            </a:pPr>
            <a:r>
              <a:rPr lang="en-US" sz="2000" b="1" i="0" u="none" strike="noStrike" cap="none" dirty="0">
                <a:solidFill>
                  <a:srgbClr val="FF00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(AUTONOMOUS), TRICHY</a:t>
            </a:r>
            <a:br>
              <a:rPr lang="en-US" sz="2000" b="1" i="0" u="none" strike="noStrike" cap="none" dirty="0">
                <a:solidFill>
                  <a:srgbClr val="FF00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lang="en-IN" sz="2000" b="1" dirty="0">
              <a:solidFill>
                <a:srgbClr val="FF006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None/>
            </a:pPr>
            <a:endParaRPr lang="en-IN" sz="2000" b="1" i="0" u="none" strike="noStrike" cap="none" dirty="0">
              <a:solidFill>
                <a:srgbClr val="FF006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None/>
            </a:pPr>
            <a:r>
              <a:rPr lang="en-IN" sz="2700" b="1" dirty="0">
                <a:solidFill>
                  <a:srgbClr val="0000FF"/>
                </a:solidFill>
                <a:latin typeface="Times New Roman"/>
                <a:cs typeface="Times New Roman"/>
                <a:sym typeface="Times New Roman"/>
              </a:rPr>
              <a:t>INTELLIGENT SIGN LANGUAGE RECOGNITION AND TRANSLATION</a:t>
            </a:r>
            <a:endParaRPr lang="en-IN"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03" name="Google Shape;303;p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336213" y="258763"/>
            <a:ext cx="1154112" cy="11033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2"/>
          <p:cNvSpPr txBox="1">
            <a:spLocks noGrp="1"/>
          </p:cNvSpPr>
          <p:nvPr>
            <p:ph type="title"/>
          </p:nvPr>
        </p:nvSpPr>
        <p:spPr>
          <a:xfrm>
            <a:off x="1981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30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PRESENTATION OVERVIEW</a:t>
            </a:r>
            <a:endParaRPr sz="3000" b="1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5" name="Google Shape;225;p2"/>
          <p:cNvSpPr txBox="1"/>
          <p:nvPr/>
        </p:nvSpPr>
        <p:spPr>
          <a:xfrm>
            <a:off x="1541009" y="1678895"/>
            <a:ext cx="10520363" cy="47513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55600" algn="just" rtl="0">
              <a:lnSpc>
                <a:spcPct val="150000"/>
              </a:lnSpc>
              <a:spcBef>
                <a:spcPts val="325"/>
              </a:spcBef>
              <a:spcAft>
                <a:spcPts val="0"/>
              </a:spcAft>
              <a:buSzPts val="2000"/>
              <a:buFont typeface="Times New Roman"/>
              <a:buChar char="●"/>
            </a:pPr>
            <a:r>
              <a:rPr lang="en-US" sz="2000" b="1" dirty="0">
                <a:latin typeface="Times New Roman"/>
                <a:ea typeface="Times New Roman"/>
                <a:cs typeface="Times New Roman"/>
                <a:sym typeface="Times New Roman"/>
              </a:rPr>
              <a:t>Abstract </a:t>
            </a:r>
            <a:endParaRPr sz="2000" b="1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556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imes New Roman"/>
              <a:buChar char="●"/>
            </a:pPr>
            <a:r>
              <a:rPr lang="en-US" sz="2000" b="1" dirty="0">
                <a:latin typeface="Times New Roman"/>
                <a:ea typeface="Times New Roman"/>
                <a:cs typeface="Times New Roman"/>
                <a:sym typeface="Times New Roman"/>
              </a:rPr>
              <a:t>Objective </a:t>
            </a:r>
            <a:endParaRPr sz="2000" b="1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556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imes New Roman"/>
              <a:buChar char="●"/>
            </a:pPr>
            <a:r>
              <a:rPr lang="en-US" sz="2000" b="1" dirty="0">
                <a:latin typeface="Times New Roman"/>
                <a:ea typeface="Times New Roman"/>
                <a:cs typeface="Times New Roman"/>
                <a:sym typeface="Times New Roman"/>
              </a:rPr>
              <a:t> Architecture diagram </a:t>
            </a:r>
          </a:p>
          <a:p>
            <a:pPr marL="457200" lvl="0" indent="-3556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imes New Roman"/>
              <a:buChar char="●"/>
            </a:pPr>
            <a:r>
              <a:rPr lang="en-US" sz="2000" b="1" dirty="0">
                <a:latin typeface="Times New Roman"/>
                <a:ea typeface="Times New Roman"/>
                <a:cs typeface="Times New Roman"/>
                <a:sym typeface="Times New Roman"/>
              </a:rPr>
              <a:t>Literature survey</a:t>
            </a:r>
          </a:p>
          <a:p>
            <a:pPr marL="457200" lvl="0" indent="-3556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imes New Roman"/>
              <a:buChar char="●"/>
            </a:pPr>
            <a:r>
              <a:rPr lang="en-US" sz="2000" b="1" dirty="0">
                <a:latin typeface="Times New Roman"/>
                <a:ea typeface="Times New Roman"/>
                <a:cs typeface="Times New Roman"/>
                <a:sym typeface="Times New Roman"/>
              </a:rPr>
              <a:t>Research methodology</a:t>
            </a:r>
          </a:p>
          <a:p>
            <a:pPr marL="457200" lvl="0" indent="-3556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imes New Roman"/>
              <a:buChar char="●"/>
            </a:pPr>
            <a:r>
              <a:rPr lang="en-US" sz="2000" b="1" dirty="0">
                <a:latin typeface="Times New Roman"/>
                <a:ea typeface="Times New Roman"/>
                <a:cs typeface="Times New Roman"/>
                <a:sym typeface="Times New Roman"/>
              </a:rPr>
              <a:t>Existing system</a:t>
            </a:r>
            <a:endParaRPr sz="2000" b="1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556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imes New Roman"/>
              <a:buChar char="●"/>
            </a:pPr>
            <a:r>
              <a:rPr lang="en-US" sz="2000" b="1" dirty="0">
                <a:latin typeface="Times New Roman"/>
                <a:ea typeface="Times New Roman"/>
                <a:cs typeface="Times New Roman"/>
                <a:sym typeface="Times New Roman"/>
              </a:rPr>
              <a:t>Proposed system </a:t>
            </a:r>
            <a:endParaRPr sz="2000" b="1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556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imes New Roman"/>
              <a:buChar char="●"/>
            </a:pPr>
            <a:r>
              <a:rPr lang="en-US" sz="2000" b="1" dirty="0">
                <a:latin typeface="Times New Roman"/>
                <a:ea typeface="Times New Roman"/>
                <a:cs typeface="Times New Roman"/>
                <a:sym typeface="Times New Roman"/>
              </a:rPr>
              <a:t> Conclusion</a:t>
            </a:r>
          </a:p>
          <a:p>
            <a:pPr marL="457200" lvl="0" indent="-3556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imes New Roman"/>
              <a:buChar char="●"/>
            </a:pPr>
            <a:r>
              <a:rPr lang="en-US" sz="2400" b="1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000" b="1" dirty="0">
                <a:latin typeface="Times New Roman"/>
                <a:ea typeface="Times New Roman"/>
                <a:cs typeface="Times New Roman"/>
                <a:sym typeface="Times New Roman"/>
              </a:rPr>
              <a:t>Future enhancement</a:t>
            </a:r>
            <a:endParaRPr sz="2000" b="1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239395" algn="just" rtl="0">
              <a:lnSpc>
                <a:spcPct val="200000"/>
              </a:lnSpc>
              <a:spcBef>
                <a:spcPts val="325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oto Sans Symbols"/>
              <a:buNone/>
            </a:pPr>
            <a:endParaRPr sz="1600" b="1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26" name="Google Shape;226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1850" y="214313"/>
            <a:ext cx="1066800" cy="105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7" name="Google Shape;227;p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336213" y="258763"/>
            <a:ext cx="1154112" cy="11033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3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lang="en-US" sz="1200" b="0" i="0" u="none" strike="noStrike" cap="none">
                <a:solidFill>
                  <a:srgbClr val="8B8B8B"/>
                </a:solidFill>
                <a:latin typeface="Arial"/>
                <a:ea typeface="Arial"/>
                <a:cs typeface="Arial"/>
                <a:sym typeface="Arial"/>
              </a:rPr>
              <a:t>2/7/20</a:t>
            </a:r>
            <a:endParaRPr sz="1200" b="0" i="0" u="none" strike="noStrike" cap="none">
              <a:solidFill>
                <a:srgbClr val="8B8B8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3"/>
          <p:cNvSpPr txBox="1">
            <a:spLocks noGrp="1"/>
          </p:cNvSpPr>
          <p:nvPr>
            <p:ph type="title"/>
          </p:nvPr>
        </p:nvSpPr>
        <p:spPr>
          <a:xfrm>
            <a:off x="2159000" y="304800"/>
            <a:ext cx="7608888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3200" b="1">
                <a:solidFill>
                  <a:srgbClr val="FF00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ABSTRACT </a:t>
            </a:r>
            <a:endParaRPr sz="3200" b="1">
              <a:solidFill>
                <a:srgbClr val="FF006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34" name="Google Shape;234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1850" y="214313"/>
            <a:ext cx="1066800" cy="105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5" name="Google Shape;235;p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336213" y="258763"/>
            <a:ext cx="1154112" cy="1103312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3"/>
          <p:cNvSpPr txBox="1"/>
          <p:nvPr/>
        </p:nvSpPr>
        <p:spPr>
          <a:xfrm>
            <a:off x="1476450" y="1593771"/>
            <a:ext cx="9239100" cy="4616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101600" lvl="0" algn="just">
              <a:lnSpc>
                <a:spcPct val="150000"/>
              </a:lnSpc>
              <a:buClr>
                <a:schemeClr val="dk1"/>
              </a:buClr>
              <a:buSzPts val="2000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develops an Intelligent Sign Language Recognition and Real-Time Translation System using deep learning and computer vision. The system captures hand gestures through a camera, recognizes signs, and converts them into text and speech in real time. It helps reduce communication barriers and provides an easy, accessible solution for sign-language users.</a:t>
            </a:r>
            <a:endParaRPr sz="2800" dirty="0">
              <a:solidFill>
                <a:schemeClr val="dk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4"/>
          <p:cNvSpPr txBox="1">
            <a:spLocks noGrp="1"/>
          </p:cNvSpPr>
          <p:nvPr>
            <p:ph type="title"/>
          </p:nvPr>
        </p:nvSpPr>
        <p:spPr>
          <a:xfrm>
            <a:off x="1981200" y="31481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3200" b="1">
                <a:solidFill>
                  <a:srgbClr val="FF00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OBJECTIVE </a:t>
            </a:r>
            <a:endParaRPr sz="3200" b="1">
              <a:solidFill>
                <a:srgbClr val="FF006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43" name="Google Shape;243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1850" y="254485"/>
            <a:ext cx="1066800" cy="105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4" name="Google Shape;244;p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336213" y="298935"/>
            <a:ext cx="1154112" cy="1103312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p4"/>
          <p:cNvSpPr txBox="1"/>
          <p:nvPr/>
        </p:nvSpPr>
        <p:spPr>
          <a:xfrm>
            <a:off x="1614905" y="1926582"/>
            <a:ext cx="7704900" cy="4616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 Detect hand gestures using computer vision.</a:t>
            </a:r>
          </a:p>
          <a:p>
            <a:pPr lvl="0"/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0"/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 Recognize signs using deep learning.</a:t>
            </a:r>
          </a:p>
          <a:p>
            <a:pPr lvl="0"/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0"/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 Convert gestures into meaningful text. </a:t>
            </a:r>
          </a:p>
          <a:p>
            <a:pPr lvl="0"/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 Generate speech from translated text. </a:t>
            </a:r>
          </a:p>
          <a:p>
            <a:pPr lvl="0"/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 Provide fast and accessible communication.</a:t>
            </a:r>
          </a:p>
          <a:p>
            <a:pPr marL="95250" lvl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</a:pPr>
            <a:endParaRPr sz="21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5"/>
          <p:cNvSpPr/>
          <p:nvPr/>
        </p:nvSpPr>
        <p:spPr>
          <a:xfrm>
            <a:off x="2714200" y="447375"/>
            <a:ext cx="6934200" cy="107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lang="en-US" sz="3200" b="1" i="0" u="none" strike="noStrike" cap="non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200" b="1" i="0" u="none" strike="noStrike" cap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</a:t>
            </a:r>
            <a:r>
              <a:rPr lang="en-US" sz="28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ARCHITECTURE DIAGRAM</a:t>
            </a:r>
            <a:r>
              <a:rPr lang="en-US" sz="2800" b="1" i="0" u="none" strike="noStrike" cap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3200" b="1" i="0" u="none" strike="noStrike" cap="none">
              <a:solidFill>
                <a:srgbClr val="FF006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52" name="Google Shape;252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1850" y="214313"/>
            <a:ext cx="1066800" cy="105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3" name="Google Shape;253;p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336213" y="258763"/>
            <a:ext cx="1154112" cy="1103312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348CCFE-DDB4-C1F6-9E74-5181FF7C5F2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98650" y="1271588"/>
            <a:ext cx="8309826" cy="553988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0">
          <a:extLst>
            <a:ext uri="{FF2B5EF4-FFF2-40B4-BE49-F238E27FC236}">
              <a16:creationId xmlns:a16="http://schemas.microsoft.com/office/drawing/2014/main" id="{20124B94-716C-306F-7B6D-6E35C5B0DA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5">
            <a:extLst>
              <a:ext uri="{FF2B5EF4-FFF2-40B4-BE49-F238E27FC236}">
                <a16:creationId xmlns:a16="http://schemas.microsoft.com/office/drawing/2014/main" id="{160ABDEE-1593-9BE5-A749-1FD931C65459}"/>
              </a:ext>
            </a:extLst>
          </p:cNvPr>
          <p:cNvSpPr/>
          <p:nvPr/>
        </p:nvSpPr>
        <p:spPr>
          <a:xfrm>
            <a:off x="2714200" y="447375"/>
            <a:ext cx="6934200" cy="583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lang="en-US" sz="3200" b="1" i="0" u="none" strike="noStrike" cap="none" dirty="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200" b="1" i="0" u="none" strike="noStrike" cap="none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</a:t>
            </a:r>
            <a:r>
              <a:rPr lang="en-US" sz="2800" b="1" i="0" u="none" strike="noStrike" cap="none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LITERATURE SURVEY</a:t>
            </a:r>
            <a:endParaRPr sz="3200" b="1" i="0" u="none" strike="noStrike" cap="none" dirty="0">
              <a:solidFill>
                <a:srgbClr val="FF006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52" name="Google Shape;252;p5">
            <a:extLst>
              <a:ext uri="{FF2B5EF4-FFF2-40B4-BE49-F238E27FC236}">
                <a16:creationId xmlns:a16="http://schemas.microsoft.com/office/drawing/2014/main" id="{918642D3-B389-ABA9-46C8-1C841301543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1850" y="214313"/>
            <a:ext cx="1066800" cy="105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3" name="Google Shape;253;p5">
            <a:extLst>
              <a:ext uri="{FF2B5EF4-FFF2-40B4-BE49-F238E27FC236}">
                <a16:creationId xmlns:a16="http://schemas.microsoft.com/office/drawing/2014/main" id="{5D2B7D76-BF33-2F11-5440-69307C62A66E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336213" y="258763"/>
            <a:ext cx="1154112" cy="1103312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B10AB5F-D87D-E822-8B68-AF9AEF80498D}"/>
              </a:ext>
            </a:extLst>
          </p:cNvPr>
          <p:cNvSpPr txBox="1"/>
          <p:nvPr/>
        </p:nvSpPr>
        <p:spPr>
          <a:xfrm>
            <a:off x="2549122" y="2782669"/>
            <a:ext cx="70937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5" action="ppaction://hlinkfi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Smart_Cargo_Literature_Survey.xlsx</a:t>
            </a:r>
            <a:endParaRPr lang="en-IN" sz="3600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41248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0">
          <a:extLst>
            <a:ext uri="{FF2B5EF4-FFF2-40B4-BE49-F238E27FC236}">
              <a16:creationId xmlns:a16="http://schemas.microsoft.com/office/drawing/2014/main" id="{A8411990-AD5F-C1F9-A58B-19ACF8682F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5">
            <a:extLst>
              <a:ext uri="{FF2B5EF4-FFF2-40B4-BE49-F238E27FC236}">
                <a16:creationId xmlns:a16="http://schemas.microsoft.com/office/drawing/2014/main" id="{77D1660E-0350-3A98-ED08-94600175B9A8}"/>
              </a:ext>
            </a:extLst>
          </p:cNvPr>
          <p:cNvSpPr/>
          <p:nvPr/>
        </p:nvSpPr>
        <p:spPr>
          <a:xfrm>
            <a:off x="2714200" y="447375"/>
            <a:ext cx="6934200" cy="583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lang="en-US" sz="3200" b="1" i="0" u="none" strike="noStrike" cap="none" dirty="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200" b="1" i="0" u="none" strike="noStrike" cap="none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</a:t>
            </a:r>
            <a:r>
              <a:rPr lang="en-US" sz="2800" b="1" i="0" u="none" strike="noStrike" cap="none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00" b="1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RESEARCH METHODOLOGY</a:t>
            </a:r>
            <a:endParaRPr sz="3200" b="1" i="0" u="none" strike="noStrike" cap="none" dirty="0">
              <a:solidFill>
                <a:srgbClr val="FF006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52" name="Google Shape;252;p5">
            <a:extLst>
              <a:ext uri="{FF2B5EF4-FFF2-40B4-BE49-F238E27FC236}">
                <a16:creationId xmlns:a16="http://schemas.microsoft.com/office/drawing/2014/main" id="{FCFBD2E2-EA78-7734-8F53-8BEB9A120C9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1850" y="214313"/>
            <a:ext cx="1066800" cy="105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3" name="Google Shape;253;p5">
            <a:extLst>
              <a:ext uri="{FF2B5EF4-FFF2-40B4-BE49-F238E27FC236}">
                <a16:creationId xmlns:a16="http://schemas.microsoft.com/office/drawing/2014/main" id="{54B4A7E1-AE7F-59EA-8D42-7D367D80E6C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336213" y="258763"/>
            <a:ext cx="1154112" cy="1103312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4043F88-BF30-2841-7089-31018388053A}"/>
              </a:ext>
            </a:extLst>
          </p:cNvPr>
          <p:cNvSpPr txBox="1"/>
          <p:nvPr/>
        </p:nvSpPr>
        <p:spPr>
          <a:xfrm>
            <a:off x="575177" y="1362075"/>
            <a:ext cx="10125075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50000"/>
              </a:lnSpc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 Data Collection – Collect sign language images/videos. </a:t>
            </a:r>
          </a:p>
          <a:p>
            <a:pPr lvl="0">
              <a:lnSpc>
                <a:spcPct val="150000"/>
              </a:lnSpc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 Preprocessing – Resize and clean the input data. </a:t>
            </a:r>
          </a:p>
          <a:p>
            <a:pPr lvl="0">
              <a:lnSpc>
                <a:spcPct val="150000"/>
              </a:lnSpc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 Feature Extraction – Detect hand landmarks using computer vision. </a:t>
            </a:r>
          </a:p>
          <a:p>
            <a:pPr lvl="0">
              <a:lnSpc>
                <a:spcPct val="150000"/>
              </a:lnSpc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 Model Training – Train a deep learning model to recognize signs. </a:t>
            </a:r>
          </a:p>
          <a:p>
            <a:pPr lvl="0">
              <a:lnSpc>
                <a:spcPct val="150000"/>
              </a:lnSpc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 Sign Recognition – Identify the input gesture in real time. </a:t>
            </a:r>
          </a:p>
          <a:p>
            <a:pPr lvl="0">
              <a:lnSpc>
                <a:spcPct val="150000"/>
              </a:lnSpc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 Translation – Convert the recognized sign into text and speech. </a:t>
            </a:r>
          </a:p>
          <a:p>
            <a:pPr lvl="0">
              <a:lnSpc>
                <a:spcPct val="150000"/>
              </a:lnSpc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 Evaluation – Test the system for accuracy and real-time performance. </a:t>
            </a:r>
          </a:p>
          <a:p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71887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6"/>
          <p:cNvSpPr txBox="1">
            <a:spLocks noGrp="1"/>
          </p:cNvSpPr>
          <p:nvPr>
            <p:ph type="title"/>
          </p:nvPr>
        </p:nvSpPr>
        <p:spPr>
          <a:xfrm>
            <a:off x="609600" y="273050"/>
            <a:ext cx="10971213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3200" b="1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EXISTING SYSTEM</a:t>
            </a:r>
            <a:endParaRPr dirty="0"/>
          </a:p>
        </p:txBody>
      </p:sp>
      <p:pic>
        <p:nvPicPr>
          <p:cNvPr id="261" name="Google Shape;261;p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1850" y="214313"/>
            <a:ext cx="1066800" cy="105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2" name="Google Shape;262;p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336213" y="258763"/>
            <a:ext cx="1154112" cy="1103312"/>
          </a:xfrm>
          <a:prstGeom prst="rect">
            <a:avLst/>
          </a:prstGeom>
          <a:noFill/>
          <a:ln>
            <a:noFill/>
          </a:ln>
        </p:spPr>
      </p:pic>
      <p:sp>
        <p:nvSpPr>
          <p:cNvPr id="263" name="Google Shape;263;p6"/>
          <p:cNvSpPr txBox="1"/>
          <p:nvPr/>
        </p:nvSpPr>
        <p:spPr>
          <a:xfrm>
            <a:off x="609600" y="1474787"/>
            <a:ext cx="10892706" cy="58784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lnSpc>
                <a:spcPct val="150000"/>
              </a:lnSpc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 Sign language translation is often done manually by human interpreters. </a:t>
            </a:r>
          </a:p>
          <a:p>
            <a:pPr lvl="0">
              <a:lnSpc>
                <a:spcPct val="150000"/>
              </a:lnSpc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 Some existing systems recognize only limited hand gestures or alphabets. </a:t>
            </a:r>
          </a:p>
          <a:p>
            <a:pPr lvl="0">
              <a:lnSpc>
                <a:spcPct val="150000"/>
              </a:lnSpc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 Many systems work in controlled environments with good lighting. </a:t>
            </a:r>
          </a:p>
          <a:p>
            <a:pPr lvl="0">
              <a:lnSpc>
                <a:spcPct val="150000"/>
              </a:lnSpc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 Real-time sentence-level translation is limited. </a:t>
            </a:r>
          </a:p>
          <a:p>
            <a:pPr lvl="0">
              <a:lnSpc>
                <a:spcPct val="150000"/>
              </a:lnSpc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 Some solutions require special sensors or wearable devices. </a:t>
            </a:r>
          </a:p>
          <a:p>
            <a:pPr lvl="0">
              <a:lnSpc>
                <a:spcPct val="150000"/>
              </a:lnSpc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 These limitations make sign-language communication less convenient and accessible. </a:t>
            </a:r>
          </a:p>
          <a:p>
            <a:pPr marL="457200" lvl="0" indent="-3556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endParaRPr sz="20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7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1213" cy="1141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3200" b="1">
                <a:solidFill>
                  <a:srgbClr val="FF00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PROPOSED SYSTEM</a:t>
            </a:r>
            <a:endParaRPr sz="3200" b="1">
              <a:solidFill>
                <a:srgbClr val="FF006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70" name="Google Shape;270;p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1850" y="214313"/>
            <a:ext cx="1066800" cy="105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1" name="Google Shape;271;p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336213" y="258763"/>
            <a:ext cx="1154112" cy="1103312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7"/>
          <p:cNvSpPr txBox="1"/>
          <p:nvPr/>
        </p:nvSpPr>
        <p:spPr>
          <a:xfrm>
            <a:off x="1365250" y="1944894"/>
            <a:ext cx="7503300" cy="44319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lnSpc>
                <a:spcPct val="150000"/>
              </a:lnSpc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 Camera captures the user's hand gestures. </a:t>
            </a:r>
          </a:p>
          <a:p>
            <a:pPr lvl="0">
              <a:lnSpc>
                <a:spcPct val="150000"/>
              </a:lnSpc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 Computer vision detects the hand. </a:t>
            </a:r>
          </a:p>
          <a:p>
            <a:pPr lvl="0">
              <a:lnSpc>
                <a:spcPct val="150000"/>
              </a:lnSpc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 Hand landmarks/features are extracted. </a:t>
            </a:r>
          </a:p>
          <a:p>
            <a:pPr lvl="0">
              <a:lnSpc>
                <a:spcPct val="150000"/>
              </a:lnSpc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 Deep learning model recognizes the sign. </a:t>
            </a:r>
          </a:p>
          <a:p>
            <a:pPr lvl="0">
              <a:lnSpc>
                <a:spcPct val="150000"/>
              </a:lnSpc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 Recognized sign is converted into text. </a:t>
            </a:r>
          </a:p>
          <a:p>
            <a:pPr lvl="0">
              <a:lnSpc>
                <a:spcPct val="150000"/>
              </a:lnSpc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 Text is converted into speech. </a:t>
            </a:r>
          </a:p>
          <a:p>
            <a:pPr marL="45720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8"/>
          <p:cNvSpPr txBox="1">
            <a:spLocks noGrp="1"/>
          </p:cNvSpPr>
          <p:nvPr>
            <p:ph type="title"/>
          </p:nvPr>
        </p:nvSpPr>
        <p:spPr>
          <a:xfrm>
            <a:off x="609600" y="273050"/>
            <a:ext cx="10971212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lang="en-US" sz="3200" b="1">
                <a:solidFill>
                  <a:srgbClr val="FF00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CONCLUSION </a:t>
            </a:r>
            <a:endParaRPr sz="4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79" name="Google Shape;279;p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1850" y="214312"/>
            <a:ext cx="1066800" cy="105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0" name="Google Shape;280;p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336212" y="258762"/>
            <a:ext cx="1154112" cy="1103312"/>
          </a:xfrm>
          <a:prstGeom prst="rect">
            <a:avLst/>
          </a:prstGeom>
          <a:noFill/>
          <a:ln>
            <a:noFill/>
          </a:ln>
        </p:spPr>
      </p:pic>
      <p:sp>
        <p:nvSpPr>
          <p:cNvPr id="281" name="Google Shape;281;p8"/>
          <p:cNvSpPr txBox="1"/>
          <p:nvPr/>
        </p:nvSpPr>
        <p:spPr>
          <a:xfrm>
            <a:off x="1365250" y="1625839"/>
            <a:ext cx="8705182" cy="52321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lnSpc>
                <a:spcPct val="150000"/>
              </a:lnSpc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 AI and computer vision can make sign-language communication easier. </a:t>
            </a:r>
          </a:p>
          <a:p>
            <a:pPr lvl="0">
              <a:lnSpc>
                <a:spcPct val="150000"/>
              </a:lnSpc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 Deep learning helps recognize static and dynamic gestures. </a:t>
            </a:r>
          </a:p>
          <a:p>
            <a:pPr lvl="0">
              <a:lnSpc>
                <a:spcPct val="150000"/>
              </a:lnSpc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 The proposed system provides real-time text and speech translation. </a:t>
            </a:r>
          </a:p>
          <a:p>
            <a:pPr lvl="0">
              <a:lnSpc>
                <a:spcPct val="150000"/>
              </a:lnSpc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 It can support inclusive and accessible communication.</a:t>
            </a:r>
          </a:p>
          <a:p>
            <a:pPr marL="457200" marR="0" lvl="0" indent="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9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1213" cy="1141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b="1">
                <a:solidFill>
                  <a:srgbClr val="FF00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 </a:t>
            </a:r>
            <a:r>
              <a:rPr lang="en-US" sz="3200" b="1">
                <a:solidFill>
                  <a:srgbClr val="FF00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FUTURE ENHANCEMENT             </a:t>
            </a:r>
            <a:endParaRPr sz="3200"/>
          </a:p>
        </p:txBody>
      </p:sp>
      <p:sp>
        <p:nvSpPr>
          <p:cNvPr id="287" name="Google Shape;287;p9"/>
          <p:cNvSpPr txBox="1">
            <a:spLocks noGrp="1"/>
          </p:cNvSpPr>
          <p:nvPr>
            <p:ph type="body" idx="1"/>
          </p:nvPr>
        </p:nvSpPr>
        <p:spPr>
          <a:xfrm>
            <a:off x="2031206" y="1431926"/>
            <a:ext cx="10971213" cy="4524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14300" lvl="0" indent="0">
              <a:lnSpc>
                <a:spcPct val="150000"/>
              </a:lnSpc>
              <a:buNone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 Support multiple sign languages. </a:t>
            </a:r>
          </a:p>
          <a:p>
            <a:pPr marL="114300" lvl="0" indent="0">
              <a:lnSpc>
                <a:spcPct val="150000"/>
              </a:lnSpc>
              <a:buNone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 Translate complete sentences. </a:t>
            </a:r>
          </a:p>
          <a:p>
            <a:pPr marL="114300" lvl="0" indent="0">
              <a:lnSpc>
                <a:spcPct val="150000"/>
              </a:lnSpc>
              <a:buNone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 Improve real-time accuracy. </a:t>
            </a:r>
          </a:p>
          <a:p>
            <a:pPr marL="114300" lvl="0" indent="0">
              <a:lnSpc>
                <a:spcPct val="150000"/>
              </a:lnSpc>
              <a:buNone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 Develop a mobile app. </a:t>
            </a:r>
          </a:p>
          <a:p>
            <a:pPr marL="114300" lvl="0" indent="0">
              <a:lnSpc>
                <a:spcPct val="150000"/>
              </a:lnSpc>
              <a:buNone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 Add offline translation. </a:t>
            </a:r>
          </a:p>
          <a:p>
            <a:pPr marL="114300" lvl="0" indent="0">
              <a:lnSpc>
                <a:spcPct val="150000"/>
              </a:lnSpc>
              <a:buNone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 Integrate voice and AR/VR.</a:t>
            </a:r>
          </a:p>
          <a:p>
            <a:pPr marL="457200" lvl="0" indent="-355600" algn="just" rtl="0">
              <a:lnSpc>
                <a:spcPct val="150000"/>
              </a:lnSpc>
              <a:spcBef>
                <a:spcPts val="1425"/>
              </a:spcBef>
              <a:spcAft>
                <a:spcPts val="0"/>
              </a:spcAft>
              <a:buSzPts val="2000"/>
              <a:buChar char="•"/>
            </a:pPr>
            <a:endParaRPr sz="20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8" name="Google Shape;288;p9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lang="en-US"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rPr>
              <a:t>2/7/20</a:t>
            </a:r>
            <a:endParaRPr/>
          </a:p>
        </p:txBody>
      </p:sp>
      <p:pic>
        <p:nvPicPr>
          <p:cNvPr id="289" name="Google Shape;289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1850" y="214312"/>
            <a:ext cx="1066800" cy="105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" name="Google Shape;290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336212" y="258762"/>
            <a:ext cx="1154112" cy="11033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14"/>
          <p:cNvSpPr txBox="1">
            <a:spLocks noGrp="1"/>
          </p:cNvSpPr>
          <p:nvPr>
            <p:ph type="title"/>
          </p:nvPr>
        </p:nvSpPr>
        <p:spPr>
          <a:xfrm>
            <a:off x="1919536" y="2564904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THANK YOU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Office Them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2_Office Theme">
  <a:themeElements>
    <a:clrScheme name="Office Them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117</TotalTime>
  <Words>493</Words>
  <Application>Microsoft Office PowerPoint</Application>
  <PresentationFormat>Widescreen</PresentationFormat>
  <Paragraphs>81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Arial</vt:lpstr>
      <vt:lpstr>Calibri</vt:lpstr>
      <vt:lpstr>Noto Sans Symbols</vt:lpstr>
      <vt:lpstr>Times New Roman</vt:lpstr>
      <vt:lpstr>Office Theme</vt:lpstr>
      <vt:lpstr>1_Office Theme</vt:lpstr>
      <vt:lpstr>2_Office Theme</vt:lpstr>
      <vt:lpstr>PowerPoint Presentation</vt:lpstr>
      <vt:lpstr>PRESENTATION OVERVIEW</vt:lpstr>
      <vt:lpstr>ABSTRACT </vt:lpstr>
      <vt:lpstr>OBJECTIVE </vt:lpstr>
      <vt:lpstr>PowerPoint Presentation</vt:lpstr>
      <vt:lpstr>PowerPoint Presentation</vt:lpstr>
      <vt:lpstr>PowerPoint Presentation</vt:lpstr>
      <vt:lpstr>EXISTING SYSTEM</vt:lpstr>
      <vt:lpstr>PROPOSED SYSTEM</vt:lpstr>
      <vt:lpstr>CONCLUSION </vt:lpstr>
      <vt:lpstr>                     FUTURE ENHANCEMENT             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Mahalakshmi K R</dc:creator>
  <cp:lastModifiedBy>Mahalakshmi K R</cp:lastModifiedBy>
  <cp:revision>6</cp:revision>
  <dcterms:modified xsi:type="dcterms:W3CDTF">2026-10-05T07:24:47Z</dcterms:modified>
</cp:coreProperties>
</file>